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BF1E8-D73A-42F3-9D10-9FF243B4486F}" v="77" dt="2026-04-22T02:53:57.7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r kottalapalli" userId="7b46f5d6307e0e0e" providerId="LiveId" clId="{834C79D4-0F49-4CE2-97C0-9A7888659D1F}"/>
    <pc:docChg chg="undo custSel addSld delSld modSld">
      <pc:chgData name="umar kottalapalli" userId="7b46f5d6307e0e0e" providerId="LiveId" clId="{834C79D4-0F49-4CE2-97C0-9A7888659D1F}" dt="2026-04-22T02:54:39.386" v="388" actId="255"/>
      <pc:docMkLst>
        <pc:docMk/>
      </pc:docMkLst>
      <pc:sldChg chg="modSp mod">
        <pc:chgData name="umar kottalapalli" userId="7b46f5d6307e0e0e" providerId="LiveId" clId="{834C79D4-0F49-4CE2-97C0-9A7888659D1F}" dt="2026-04-22T02:54:39.386" v="388" actId="255"/>
        <pc:sldMkLst>
          <pc:docMk/>
          <pc:sldMk cId="0" sldId="256"/>
        </pc:sldMkLst>
        <pc:spChg chg="mod">
          <ac:chgData name="umar kottalapalli" userId="7b46f5d6307e0e0e" providerId="LiveId" clId="{834C79D4-0F49-4CE2-97C0-9A7888659D1F}" dt="2026-04-22T02:54:39.386" v="388" actId="255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umar kottalapalli" userId="7b46f5d6307e0e0e" providerId="LiveId" clId="{834C79D4-0F49-4CE2-97C0-9A7888659D1F}" dt="2026-04-21T02:17:55.824" v="113" actId="20577"/>
        <pc:sldMkLst>
          <pc:docMk/>
          <pc:sldMk cId="0" sldId="257"/>
        </pc:sldMkLst>
        <pc:spChg chg="mod">
          <ac:chgData name="umar kottalapalli" userId="7b46f5d6307e0e0e" providerId="LiveId" clId="{834C79D4-0F49-4CE2-97C0-9A7888659D1F}" dt="2026-04-21T02:17:55.824" v="113" actId="20577"/>
          <ac:spMkLst>
            <pc:docMk/>
            <pc:sldMk cId="0" sldId="257"/>
            <ac:spMk id="25" creationId="{486CBE4B-F2DA-ABA2-0D16-0C78B1A39E77}"/>
          </ac:spMkLst>
        </pc:spChg>
      </pc:sldChg>
      <pc:sldChg chg="modSp mod">
        <pc:chgData name="umar kottalapalli" userId="7b46f5d6307e0e0e" providerId="LiveId" clId="{834C79D4-0F49-4CE2-97C0-9A7888659D1F}" dt="2026-04-21T02:23:25.857" v="152" actId="12"/>
        <pc:sldMkLst>
          <pc:docMk/>
          <pc:sldMk cId="0" sldId="258"/>
        </pc:sldMkLst>
        <pc:spChg chg="mod">
          <ac:chgData name="umar kottalapalli" userId="7b46f5d6307e0e0e" providerId="LiveId" clId="{834C79D4-0F49-4CE2-97C0-9A7888659D1F}" dt="2026-04-21T02:23:25.857" v="152" actId="12"/>
          <ac:spMkLst>
            <pc:docMk/>
            <pc:sldMk cId="0" sldId="258"/>
            <ac:spMk id="23" creationId="{59F519A9-379C-50D4-981B-97F25580AF2C}"/>
          </ac:spMkLst>
        </pc:spChg>
      </pc:sldChg>
      <pc:sldChg chg="addSp delSp modSp mod">
        <pc:chgData name="umar kottalapalli" userId="7b46f5d6307e0e0e" providerId="LiveId" clId="{834C79D4-0F49-4CE2-97C0-9A7888659D1F}" dt="2026-04-21T02:22:12.629" v="147" actId="14100"/>
        <pc:sldMkLst>
          <pc:docMk/>
          <pc:sldMk cId="0" sldId="259"/>
        </pc:sldMkLst>
        <pc:spChg chg="add">
          <ac:chgData name="umar kottalapalli" userId="7b46f5d6307e0e0e" providerId="LiveId" clId="{834C79D4-0F49-4CE2-97C0-9A7888659D1F}" dt="2026-04-21T02:19:54.837" v="125"/>
          <ac:spMkLst>
            <pc:docMk/>
            <pc:sldMk cId="0" sldId="259"/>
            <ac:spMk id="17" creationId="{83A2F49B-7A7D-F17A-0986-02697A5ED514}"/>
          </ac:spMkLst>
        </pc:spChg>
        <pc:spChg chg="add del">
          <ac:chgData name="umar kottalapalli" userId="7b46f5d6307e0e0e" providerId="LiveId" clId="{834C79D4-0F49-4CE2-97C0-9A7888659D1F}" dt="2026-04-21T02:20:35.719" v="127" actId="21"/>
          <ac:spMkLst>
            <pc:docMk/>
            <pc:sldMk cId="0" sldId="259"/>
            <ac:spMk id="18" creationId="{8BFB1D6B-292B-4115-7480-DF0701B6AF20}"/>
          </ac:spMkLst>
        </pc:spChg>
        <pc:spChg chg="del mod">
          <ac:chgData name="umar kottalapalli" userId="7b46f5d6307e0e0e" providerId="LiveId" clId="{834C79D4-0F49-4CE2-97C0-9A7888659D1F}" dt="2026-04-21T02:20:35.719" v="127" actId="21"/>
          <ac:spMkLst>
            <pc:docMk/>
            <pc:sldMk cId="0" sldId="259"/>
            <ac:spMk id="19" creationId="{6B3744F6-9E3B-8F17-2F51-70EF57217C1D}"/>
          </ac:spMkLst>
        </pc:spChg>
        <pc:spChg chg="add mod">
          <ac:chgData name="umar kottalapalli" userId="7b46f5d6307e0e0e" providerId="LiveId" clId="{834C79D4-0F49-4CE2-97C0-9A7888659D1F}" dt="2026-04-21T02:20:42.324" v="128"/>
          <ac:spMkLst>
            <pc:docMk/>
            <pc:sldMk cId="0" sldId="259"/>
            <ac:spMk id="20" creationId="{47709B7A-7DFA-AE09-A5CF-4FEDA82D725F}"/>
          </ac:spMkLst>
        </pc:spChg>
        <pc:spChg chg="add mod">
          <ac:chgData name="umar kottalapalli" userId="7b46f5d6307e0e0e" providerId="LiveId" clId="{834C79D4-0F49-4CE2-97C0-9A7888659D1F}" dt="2026-04-21T02:22:12.629" v="147" actId="14100"/>
          <ac:spMkLst>
            <pc:docMk/>
            <pc:sldMk cId="0" sldId="259"/>
            <ac:spMk id="21" creationId="{773ACF4C-52F6-7D9F-0D96-D787A26B2F65}"/>
          </ac:spMkLst>
        </pc:spChg>
      </pc:sldChg>
      <pc:sldChg chg="modSp mod">
        <pc:chgData name="umar kottalapalli" userId="7b46f5d6307e0e0e" providerId="LiveId" clId="{834C79D4-0F49-4CE2-97C0-9A7888659D1F}" dt="2026-04-21T02:19:22.237" v="123" actId="20577"/>
        <pc:sldMkLst>
          <pc:docMk/>
          <pc:sldMk cId="0" sldId="260"/>
        </pc:sldMkLst>
        <pc:spChg chg="mod">
          <ac:chgData name="umar kottalapalli" userId="7b46f5d6307e0e0e" providerId="LiveId" clId="{834C79D4-0F49-4CE2-97C0-9A7888659D1F}" dt="2026-04-21T02:19:22.237" v="123" actId="20577"/>
          <ac:spMkLst>
            <pc:docMk/>
            <pc:sldMk cId="0" sldId="260"/>
            <ac:spMk id="23" creationId="{2C0283E6-1B60-E6CE-4A1F-167506261D43}"/>
          </ac:spMkLst>
        </pc:spChg>
      </pc:sldChg>
      <pc:sldChg chg="addSp delSp modSp mod">
        <pc:chgData name="umar kottalapalli" userId="7b46f5d6307e0e0e" providerId="LiveId" clId="{834C79D4-0F49-4CE2-97C0-9A7888659D1F}" dt="2026-04-22T02:13:01.716" v="215" actId="14100"/>
        <pc:sldMkLst>
          <pc:docMk/>
          <pc:sldMk cId="0" sldId="261"/>
        </pc:sldMkLst>
        <pc:picChg chg="del">
          <ac:chgData name="umar kottalapalli" userId="7b46f5d6307e0e0e" providerId="LiveId" clId="{834C79D4-0F49-4CE2-97C0-9A7888659D1F}" dt="2026-04-22T02:12:37.277" v="213" actId="21"/>
          <ac:picMkLst>
            <pc:docMk/>
            <pc:sldMk cId="0" sldId="261"/>
            <ac:picMk id="21" creationId="{9FE983FE-85E4-53CB-E082-09ABAC6A0060}"/>
          </ac:picMkLst>
        </pc:picChg>
        <pc:picChg chg="add mod">
          <ac:chgData name="umar kottalapalli" userId="7b46f5d6307e0e0e" providerId="LiveId" clId="{834C79D4-0F49-4CE2-97C0-9A7888659D1F}" dt="2026-04-22T02:13:01.716" v="215" actId="14100"/>
          <ac:picMkLst>
            <pc:docMk/>
            <pc:sldMk cId="0" sldId="261"/>
            <ac:picMk id="22" creationId="{A96C2001-8421-4419-8E58-F0EAF5C17603}"/>
          </ac:picMkLst>
        </pc:picChg>
      </pc:sldChg>
      <pc:sldChg chg="addSp delSp modSp mod">
        <pc:chgData name="umar kottalapalli" userId="7b46f5d6307e0e0e" providerId="LiveId" clId="{834C79D4-0F49-4CE2-97C0-9A7888659D1F}" dt="2026-04-22T02:17:46.247" v="257" actId="113"/>
        <pc:sldMkLst>
          <pc:docMk/>
          <pc:sldMk cId="0" sldId="263"/>
        </pc:sldMkLst>
        <pc:spChg chg="add mod">
          <ac:chgData name="umar kottalapalli" userId="7b46f5d6307e0e0e" providerId="LiveId" clId="{834C79D4-0F49-4CE2-97C0-9A7888659D1F}" dt="2026-04-22T02:17:46.247" v="257" actId="113"/>
          <ac:spMkLst>
            <pc:docMk/>
            <pc:sldMk cId="0" sldId="263"/>
            <ac:spMk id="22" creationId="{B003D771-B961-25B0-A346-5E65EDFBE65C}"/>
          </ac:spMkLst>
        </pc:spChg>
        <pc:spChg chg="del mod">
          <ac:chgData name="umar kottalapalli" userId="7b46f5d6307e0e0e" providerId="LiveId" clId="{834C79D4-0F49-4CE2-97C0-9A7888659D1F}" dt="2026-04-21T02:24:00.666" v="154"/>
          <ac:spMkLst>
            <pc:docMk/>
            <pc:sldMk cId="0" sldId="263"/>
            <ac:spMk id="26" creationId="{EBE73055-BF0A-4FD4-80EA-1FE0A692DF11}"/>
          </ac:spMkLst>
        </pc:spChg>
      </pc:sldChg>
      <pc:sldChg chg="addSp delSp modSp mod chgLayout">
        <pc:chgData name="umar kottalapalli" userId="7b46f5d6307e0e0e" providerId="LiveId" clId="{834C79D4-0F49-4CE2-97C0-9A7888659D1F}" dt="2026-04-21T02:30:06.947" v="198" actId="255"/>
        <pc:sldMkLst>
          <pc:docMk/>
          <pc:sldMk cId="0" sldId="264"/>
        </pc:sldMkLst>
        <pc:spChg chg="mod">
          <ac:chgData name="umar kottalapalli" userId="7b46f5d6307e0e0e" providerId="LiveId" clId="{834C79D4-0F49-4CE2-97C0-9A7888659D1F}" dt="2026-04-21T02:30:06.947" v="198" actId="255"/>
          <ac:spMkLst>
            <pc:docMk/>
            <pc:sldMk cId="0" sldId="264"/>
            <ac:spMk id="21" creationId="{A19D1454-B55C-38CF-F077-E28B58C122D2}"/>
          </ac:spMkLst>
        </pc:spChg>
        <pc:spChg chg="mod ord">
          <ac:chgData name="umar kottalapalli" userId="7b46f5d6307e0e0e" providerId="LiveId" clId="{834C79D4-0F49-4CE2-97C0-9A7888659D1F}" dt="2026-04-21T02:27:50.497" v="175" actId="700"/>
          <ac:spMkLst>
            <pc:docMk/>
            <pc:sldMk cId="0" sldId="264"/>
            <ac:spMk id="22" creationId="{00000000-0000-0000-0000-000000000000}"/>
          </ac:spMkLst>
        </pc:spChg>
        <pc:spChg chg="add del mod ord">
          <ac:chgData name="umar kottalapalli" userId="7b46f5d6307e0e0e" providerId="LiveId" clId="{834C79D4-0F49-4CE2-97C0-9A7888659D1F}" dt="2026-04-21T02:27:50.497" v="175" actId="700"/>
          <ac:spMkLst>
            <pc:docMk/>
            <pc:sldMk cId="0" sldId="264"/>
            <ac:spMk id="23" creationId="{736E5621-E229-2DF7-1E7C-7A39DFA035AC}"/>
          </ac:spMkLst>
        </pc:spChg>
      </pc:sldChg>
      <pc:sldChg chg="addSp delSp modSp mod">
        <pc:chgData name="umar kottalapalli" userId="7b46f5d6307e0e0e" providerId="LiveId" clId="{834C79D4-0F49-4CE2-97C0-9A7888659D1F}" dt="2026-04-22T02:20:07.518" v="260" actId="1076"/>
        <pc:sldMkLst>
          <pc:docMk/>
          <pc:sldMk cId="0" sldId="265"/>
        </pc:sldMkLst>
        <pc:spChg chg="mod">
          <ac:chgData name="umar kottalapalli" userId="7b46f5d6307e0e0e" providerId="LiveId" clId="{834C79D4-0F49-4CE2-97C0-9A7888659D1F}" dt="2026-04-21T16:36:21.235" v="211" actId="20577"/>
          <ac:spMkLst>
            <pc:docMk/>
            <pc:sldMk cId="0" sldId="265"/>
            <ac:spMk id="17" creationId="{00000000-0000-0000-0000-000000000000}"/>
          </ac:spMkLst>
        </pc:spChg>
        <pc:picChg chg="add del mod">
          <ac:chgData name="umar kottalapalli" userId="7b46f5d6307e0e0e" providerId="LiveId" clId="{834C79D4-0F49-4CE2-97C0-9A7888659D1F}" dt="2026-04-21T16:34:46.987" v="203" actId="21"/>
          <ac:picMkLst>
            <pc:docMk/>
            <pc:sldMk cId="0" sldId="265"/>
            <ac:picMk id="14" creationId="{4D0EE1F8-8A27-DC93-9D22-2AA387A162AD}"/>
          </ac:picMkLst>
        </pc:picChg>
        <pc:picChg chg="del">
          <ac:chgData name="umar kottalapalli" userId="7b46f5d6307e0e0e" providerId="LiveId" clId="{834C79D4-0F49-4CE2-97C0-9A7888659D1F}" dt="2026-04-21T16:34:38.487" v="201" actId="21"/>
          <ac:picMkLst>
            <pc:docMk/>
            <pc:sldMk cId="0" sldId="265"/>
            <ac:picMk id="16" creationId="{4D0EE1F8-8A27-DC93-9D22-2AA387A162AD}"/>
          </ac:picMkLst>
        </pc:picChg>
        <pc:picChg chg="add del mod">
          <ac:chgData name="umar kottalapalli" userId="7b46f5d6307e0e0e" providerId="LiveId" clId="{834C79D4-0F49-4CE2-97C0-9A7888659D1F}" dt="2026-04-22T02:19:41.840" v="258" actId="21"/>
          <ac:picMkLst>
            <pc:docMk/>
            <pc:sldMk cId="0" sldId="265"/>
            <ac:picMk id="19" creationId="{139DAEAD-35A8-A3DE-9E7E-024FB0FBFD28}"/>
          </ac:picMkLst>
        </pc:picChg>
        <pc:picChg chg="add mod">
          <ac:chgData name="umar kottalapalli" userId="7b46f5d6307e0e0e" providerId="LiveId" clId="{834C79D4-0F49-4CE2-97C0-9A7888659D1F}" dt="2026-04-22T02:20:07.518" v="260" actId="1076"/>
          <ac:picMkLst>
            <pc:docMk/>
            <pc:sldMk cId="0" sldId="265"/>
            <ac:picMk id="21" creationId="{6524D607-CAC6-B81A-1775-A9FAF8392506}"/>
          </ac:picMkLst>
        </pc:picChg>
      </pc:sldChg>
      <pc:sldChg chg="addSp delSp modSp mod">
        <pc:chgData name="umar kottalapalli" userId="7b46f5d6307e0e0e" providerId="LiveId" clId="{834C79D4-0F49-4CE2-97C0-9A7888659D1F}" dt="2026-04-22T02:23:49.369" v="274" actId="14100"/>
        <pc:sldMkLst>
          <pc:docMk/>
          <pc:sldMk cId="0" sldId="266"/>
        </pc:sldMkLst>
        <pc:spChg chg="mod">
          <ac:chgData name="umar kottalapalli" userId="7b46f5d6307e0e0e" providerId="LiveId" clId="{834C79D4-0F49-4CE2-97C0-9A7888659D1F}" dt="2026-04-22T02:20:35.274" v="262"/>
          <ac:spMkLst>
            <pc:docMk/>
            <pc:sldMk cId="0" sldId="266"/>
            <ac:spMk id="19" creationId="{3E973834-C6A0-73AE-030E-4F73B1E67800}"/>
          </ac:spMkLst>
        </pc:spChg>
        <pc:picChg chg="del">
          <ac:chgData name="umar kottalapalli" userId="7b46f5d6307e0e0e" providerId="LiveId" clId="{834C79D4-0F49-4CE2-97C0-9A7888659D1F}" dt="2026-04-21T16:36:27.487" v="212" actId="21"/>
          <ac:picMkLst>
            <pc:docMk/>
            <pc:sldMk cId="0" sldId="266"/>
            <ac:picMk id="14" creationId="{D41476E1-F170-1C5C-B2E5-DEE78300B3B1}"/>
          </ac:picMkLst>
        </pc:picChg>
        <pc:picChg chg="add del mod">
          <ac:chgData name="umar kottalapalli" userId="7b46f5d6307e0e0e" providerId="LiveId" clId="{834C79D4-0F49-4CE2-97C0-9A7888659D1F}" dt="2026-04-22T02:23:05.388" v="267" actId="21"/>
          <ac:picMkLst>
            <pc:docMk/>
            <pc:sldMk cId="0" sldId="266"/>
            <ac:picMk id="16" creationId="{2B9DA3DD-CD01-4949-68E0-D06C6EF35B78}"/>
          </ac:picMkLst>
        </pc:picChg>
        <pc:picChg chg="add del mod">
          <ac:chgData name="umar kottalapalli" userId="7b46f5d6307e0e0e" providerId="LiveId" clId="{834C79D4-0F49-4CE2-97C0-9A7888659D1F}" dt="2026-04-22T02:23:05.388" v="267" actId="21"/>
          <ac:picMkLst>
            <pc:docMk/>
            <pc:sldMk cId="0" sldId="266"/>
            <ac:picMk id="18" creationId="{CFA63C81-8BAA-C7DF-0C29-8FF25EDC64C7}"/>
          </ac:picMkLst>
        </pc:picChg>
        <pc:picChg chg="add mod">
          <ac:chgData name="umar kottalapalli" userId="7b46f5d6307e0e0e" providerId="LiveId" clId="{834C79D4-0F49-4CE2-97C0-9A7888659D1F}" dt="2026-04-22T02:23:24.011" v="270" actId="14100"/>
          <ac:picMkLst>
            <pc:docMk/>
            <pc:sldMk cId="0" sldId="266"/>
            <ac:picMk id="21" creationId="{CAA89764-C7B3-3A54-DB13-ED8587F969E5}"/>
          </ac:picMkLst>
        </pc:picChg>
        <pc:picChg chg="add mod">
          <ac:chgData name="umar kottalapalli" userId="7b46f5d6307e0e0e" providerId="LiveId" clId="{834C79D4-0F49-4CE2-97C0-9A7888659D1F}" dt="2026-04-22T02:23:49.369" v="274" actId="14100"/>
          <ac:picMkLst>
            <pc:docMk/>
            <pc:sldMk cId="0" sldId="266"/>
            <ac:picMk id="23" creationId="{DA6D5F6D-3011-22C1-56E1-2B42855776CA}"/>
          </ac:picMkLst>
        </pc:picChg>
      </pc:sldChg>
      <pc:sldChg chg="del">
        <pc:chgData name="umar kottalapalli" userId="7b46f5d6307e0e0e" providerId="LiveId" clId="{834C79D4-0F49-4CE2-97C0-9A7888659D1F}" dt="2026-04-21T16:34:25.088" v="199" actId="2696"/>
        <pc:sldMkLst>
          <pc:docMk/>
          <pc:sldMk cId="0" sldId="267"/>
        </pc:sldMkLst>
      </pc:sldChg>
      <pc:sldChg chg="del">
        <pc:chgData name="umar kottalapalli" userId="7b46f5d6307e0e0e" providerId="LiveId" clId="{834C79D4-0F49-4CE2-97C0-9A7888659D1F}" dt="2026-04-21T16:34:32.344" v="200" actId="2696"/>
        <pc:sldMkLst>
          <pc:docMk/>
          <pc:sldMk cId="0" sldId="268"/>
        </pc:sldMkLst>
      </pc:sldChg>
      <pc:sldChg chg="addSp modSp mod">
        <pc:chgData name="umar kottalapalli" userId="7b46f5d6307e0e0e" providerId="LiveId" clId="{834C79D4-0F49-4CE2-97C0-9A7888659D1F}" dt="2026-04-22T02:30:01.493" v="318" actId="1076"/>
        <pc:sldMkLst>
          <pc:docMk/>
          <pc:sldMk cId="0" sldId="269"/>
        </pc:sldMkLst>
        <pc:spChg chg="add">
          <ac:chgData name="umar kottalapalli" userId="7b46f5d6307e0e0e" providerId="LiveId" clId="{834C79D4-0F49-4CE2-97C0-9A7888659D1F}" dt="2026-04-22T02:25:00.430" v="277"/>
          <ac:spMkLst>
            <pc:docMk/>
            <pc:sldMk cId="0" sldId="269"/>
            <ac:spMk id="20" creationId="{A4CD7B04-97ED-AC4F-9C1A-6B29F71089B5}"/>
          </ac:spMkLst>
        </pc:spChg>
        <pc:spChg chg="add mod">
          <ac:chgData name="umar kottalapalli" userId="7b46f5d6307e0e0e" providerId="LiveId" clId="{834C79D4-0F49-4CE2-97C0-9A7888659D1F}" dt="2026-04-22T02:27:39.401" v="308" actId="12"/>
          <ac:spMkLst>
            <pc:docMk/>
            <pc:sldMk cId="0" sldId="269"/>
            <ac:spMk id="21" creationId="{3DD87531-64BB-72C6-DB52-59F357A1D0FE}"/>
          </ac:spMkLst>
        </pc:spChg>
        <pc:spChg chg="mod">
          <ac:chgData name="umar kottalapalli" userId="7b46f5d6307e0e0e" providerId="LiveId" clId="{834C79D4-0F49-4CE2-97C0-9A7888659D1F}" dt="2026-04-22T02:25:40.035" v="293" actId="20577"/>
          <ac:spMkLst>
            <pc:docMk/>
            <pc:sldMk cId="0" sldId="269"/>
            <ac:spMk id="22" creationId="{6F5B7760-A8E9-A24A-8EE4-BA229CE2EF9B}"/>
          </ac:spMkLst>
        </pc:spChg>
        <pc:spChg chg="add mod">
          <ac:chgData name="umar kottalapalli" userId="7b46f5d6307e0e0e" providerId="LiveId" clId="{834C79D4-0F49-4CE2-97C0-9A7888659D1F}" dt="2026-04-22T02:30:01.493" v="318" actId="1076"/>
          <ac:spMkLst>
            <pc:docMk/>
            <pc:sldMk cId="0" sldId="269"/>
            <ac:spMk id="24" creationId="{B6A9D2DB-0341-752E-15CC-69DD9914F26A}"/>
          </ac:spMkLst>
        </pc:spChg>
        <pc:spChg chg="mod">
          <ac:chgData name="umar kottalapalli" userId="7b46f5d6307e0e0e" providerId="LiveId" clId="{834C79D4-0F49-4CE2-97C0-9A7888659D1F}" dt="2026-04-22T02:28:32.402" v="312" actId="1076"/>
          <ac:spMkLst>
            <pc:docMk/>
            <pc:sldMk cId="0" sldId="269"/>
            <ac:spMk id="31" creationId="{6E07A7D2-9B49-E894-F2C6-EFC383C5A56A}"/>
          </ac:spMkLst>
        </pc:spChg>
      </pc:sldChg>
      <pc:sldChg chg="modSp new del mod">
        <pc:chgData name="umar kottalapalli" userId="7b46f5d6307e0e0e" providerId="LiveId" clId="{834C79D4-0F49-4CE2-97C0-9A7888659D1F}" dt="2026-04-22T02:16:58.893" v="228" actId="680"/>
        <pc:sldMkLst>
          <pc:docMk/>
          <pc:sldMk cId="3819055161" sldId="271"/>
        </pc:sldMkLst>
        <pc:spChg chg="mod">
          <ac:chgData name="umar kottalapalli" userId="7b46f5d6307e0e0e" providerId="LiveId" clId="{834C79D4-0F49-4CE2-97C0-9A7888659D1F}" dt="2026-04-22T02:16:58.373" v="227" actId="20577"/>
          <ac:spMkLst>
            <pc:docMk/>
            <pc:sldMk cId="3819055161" sldId="271"/>
            <ac:spMk id="2" creationId="{33083F64-62CA-072F-E2DD-17B2EA0B5A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0136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20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lang="en-IN" sz="3600" b="1" spc="-2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Design and develop a React JS based web application for Ticket Booking of an Internal Department Event.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K.UMAR</a:t>
            </a:r>
            <a:r>
              <a:rPr sz="3000" spc="-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en-IN"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U26656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3UECS0293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2468810"/>
            <a:ext cx="13950695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Ticket Booking System</a:t>
            </a:r>
            <a:r>
              <a:rPr lang="en-US" sz="3200" dirty="0"/>
              <a:t> is a web-based application developed using React that allows users to view event details and book tickets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simplifies the process of event registration by providing:</a:t>
            </a:r>
          </a:p>
          <a:p>
            <a:r>
              <a:rPr lang="en-US" sz="3200" dirty="0"/>
              <a:t>             Real-time ticket availability </a:t>
            </a:r>
          </a:p>
          <a:p>
            <a:r>
              <a:rPr lang="en-US" sz="3200" dirty="0"/>
              <a:t>             Easy booking interface </a:t>
            </a:r>
          </a:p>
          <a:p>
            <a:r>
              <a:rPr lang="en-US" sz="3200" dirty="0"/>
              <a:t>             Instant confirmation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system is designed for internal department events such as:</a:t>
            </a:r>
          </a:p>
          <a:p>
            <a:r>
              <a:rPr lang="en-US" sz="3200" dirty="0"/>
              <a:t>             Technical fests </a:t>
            </a:r>
          </a:p>
          <a:p>
            <a:r>
              <a:rPr lang="en-US" sz="3200" dirty="0"/>
              <a:t>             Seminars </a:t>
            </a:r>
          </a:p>
          <a:p>
            <a:r>
              <a:rPr lang="en-US" sz="3200" dirty="0"/>
              <a:t>             Workshops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Traditional ticket booking methods face several issues: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Manual registration is time-consuming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real-time tracking of ticket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Chances of overbooking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proper validation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Poor user experience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 is a need for a </a:t>
            </a:r>
            <a:r>
              <a:rPr lang="en-US" sz="3200" b="1" dirty="0"/>
              <a:t>digital, efficient, and user-friendly system</a:t>
            </a:r>
            <a:r>
              <a:rPr lang="en-US" sz="3200" dirty="0"/>
              <a:t> to handle event ticket booking.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7709B7A-7DFA-AE09-A5CF-4FEDA82D725F}"/>
              </a:ext>
            </a:extLst>
          </p:cNvPr>
          <p:cNvSpPr txBox="1"/>
          <p:nvPr/>
        </p:nvSpPr>
        <p:spPr>
          <a:xfrm>
            <a:off x="2080487" y="2092833"/>
            <a:ext cx="14232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773ACF4C-52F6-7D9F-0D96-D787A26B2F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0486" y="2477345"/>
            <a:ext cx="1003531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user-friendly ticket booking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display event details clearly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real-time ticket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proper input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prevent booking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instant booking confirmation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344" y="2644442"/>
            <a:ext cx="14241552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proposed system is a </a:t>
            </a:r>
            <a:r>
              <a:rPr lang="en-US" sz="3200" b="1" dirty="0"/>
              <a:t>React-based web application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complete event details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users to book tickets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Validates user input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Prevents overbooking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Updates ticket count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ensures a </a:t>
            </a:r>
            <a:r>
              <a:rPr lang="en-US" sz="3200" b="1" dirty="0"/>
              <a:t>smooth and error-free booking experience</a:t>
            </a:r>
            <a:endParaRPr lang="en-US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6C2001-8421-4419-8E58-F0EAF5C17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64156"/>
            <a:ext cx="14630400" cy="8756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B003D771-B961-25B0-A346-5E65EDFBE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973802"/>
            <a:ext cx="715206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Frontend framework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(ES6)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Logic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Styling and UI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Fast development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Database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19D1454-B55C-38CF-F077-E28B58C1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195" y="-515268"/>
            <a:ext cx="14141805" cy="7602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🔹 Event Details Module</a:t>
            </a:r>
          </a:p>
          <a:p>
            <a:r>
              <a:rPr lang="en-US" sz="3200" dirty="0"/>
              <a:t>Displays all the information about the event such as event name, department, date and time, venue, ticket price, and available tickets.</a:t>
            </a:r>
          </a:p>
          <a:p>
            <a:br>
              <a:rPr lang="en-US" sz="3200" dirty="0"/>
            </a:br>
            <a:endParaRPr lang="en-US" sz="3200" dirty="0"/>
          </a:p>
          <a:p>
            <a:r>
              <a:rPr lang="en-US" sz="3200" b="1" dirty="0"/>
              <a:t>🔹 Ticket Booking Module</a:t>
            </a:r>
          </a:p>
          <a:p>
            <a:r>
              <a:rPr lang="en-US" sz="3200" dirty="0"/>
              <a:t>Allows users to enter their details like name, email, department, and number of tickets to book tickets for the event.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167173"/>
            <a:ext cx="14205204" cy="19954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3200" dirty="0"/>
            </a:br>
            <a:r>
              <a:rPr lang="en-US" sz="3200" dirty="0"/>
              <a:t>.Displays all the information about the event such as event name, department, date and time, venue, ticket price, and available tickets.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24D607-CAC6-B81A-1775-A9FAF8392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575" y="1800467"/>
            <a:ext cx="8211696" cy="47060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73834-C6A0-73AE-030E-4F73B1E67800}"/>
              </a:ext>
            </a:extLst>
          </p:cNvPr>
          <p:cNvSpPr txBox="1"/>
          <p:nvPr/>
        </p:nvSpPr>
        <p:spPr>
          <a:xfrm>
            <a:off x="1728596" y="7124700"/>
            <a:ext cx="145842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Ticket Booking Module</a:t>
            </a:r>
          </a:p>
          <a:p>
            <a:r>
              <a:rPr lang="en-US" sz="2800"/>
              <a:t>Allows users to enter their details like name, email, department, and number of tickets to book tickets for the event</a:t>
            </a:r>
            <a:endParaRPr lang="en-IN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A89764-C7B3-3A54-DB13-ED8587F96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944" y="2100673"/>
            <a:ext cx="6830378" cy="44297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6D5F6D-3011-22C1-56E1-2B4285577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295" y="2247900"/>
            <a:ext cx="7449590" cy="42825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/>
              <a:t>Advantages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7A7D2-9B49-E894-F2C6-EFC383C5A56A}"/>
              </a:ext>
            </a:extLst>
          </p:cNvPr>
          <p:cNvSpPr txBox="1"/>
          <p:nvPr/>
        </p:nvSpPr>
        <p:spPr>
          <a:xfrm>
            <a:off x="3352800" y="5565046"/>
            <a:ext cx="3610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</a:t>
            </a:r>
          </a:p>
          <a:p>
            <a:endParaRPr lang="en-IN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DD87531-64BB-72C6-DB52-59F357A1D0F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52800" y="3019699"/>
            <a:ext cx="796167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online booking – saves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ticket availability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(simple and clean UI)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work and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stored securely in database 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B6A9D2DB-0341-752E-15CC-69DD9914F26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20845" y="5843967"/>
            <a:ext cx="84582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Depends on internet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security (no login/auth system yet)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to single event (not scalable fully)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payment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must run continuously (no cloud deployment yet)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Words>648</Words>
  <Application>Microsoft Office PowerPoint</Application>
  <PresentationFormat>Custom</PresentationFormat>
  <Paragraphs>226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Cambria</vt:lpstr>
      <vt:lpstr>Tahoma</vt:lpstr>
      <vt:lpstr>Times New Roman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umar kottalapalli</dc:creator>
  <cp:lastModifiedBy>umar kottalapalli</cp:lastModifiedBy>
  <cp:revision>15</cp:revision>
  <dcterms:created xsi:type="dcterms:W3CDTF">2026-03-02T03:28:12Z</dcterms:created>
  <dcterms:modified xsi:type="dcterms:W3CDTF">2026-04-22T02:54:50Z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