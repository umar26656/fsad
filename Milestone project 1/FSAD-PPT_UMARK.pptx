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r kottalapalli" userId="7b46f5d6307e0e0e" providerId="LiveId" clId="{834C79D4-0F49-4CE2-97C0-9A7888659D1F}"/>
    <pc:docChg chg="modSld">
      <pc:chgData name="umar kottalapalli" userId="7b46f5d6307e0e0e" providerId="LiveId" clId="{834C79D4-0F49-4CE2-97C0-9A7888659D1F}" dt="2026-04-21T16:32:45.233" v="0" actId="20577"/>
      <pc:docMkLst>
        <pc:docMk/>
      </pc:docMkLst>
      <pc:sldChg chg="modSp mod">
        <pc:chgData name="umar kottalapalli" userId="7b46f5d6307e0e0e" providerId="LiveId" clId="{834C79D4-0F49-4CE2-97C0-9A7888659D1F}" dt="2026-04-21T16:32:45.233" v="0" actId="20577"/>
        <pc:sldMkLst>
          <pc:docMk/>
          <pc:sldMk cId="0" sldId="256"/>
        </pc:sldMkLst>
        <pc:spChg chg="mod">
          <ac:chgData name="umar kottalapalli" userId="7b46f5d6307e0e0e" providerId="LiveId" clId="{834C79D4-0F49-4CE2-97C0-9A7888659D1F}" dt="2026-04-21T16:32:45.233" v="0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>
                <a:solidFill>
                  <a:srgbClr val="C00000"/>
                </a:solidFill>
                <a:latin typeface="Arial"/>
                <a:cs typeface="Arial"/>
              </a:rPr>
              <a:t> 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K.UMAR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U26656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3UECS0293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1745535"/>
            <a:ext cx="139506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 and ticket booking are commonly handled manually or through separate systems.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inefficiency, data inconsistency, and poor user experience.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increasing demand for online services, there is a need for a centralized platform.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provides a digital solution for managing events and booking tickets.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view events, book tickets, and make payments easily.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manage events, users, and bookings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accuracy, speed, and better organization.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accessibility and reduces manual workload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Existing event management systems are not fully integrated and often rely on manual processes.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Users face difficulties in discovering events and booking tickets efficiently.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Event organizers struggle with managing bookings and tracking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Lack of automation leads to errors, delays, and poor user experience.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There is a need for a reliable and automated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 system should handle event creation, ticket booking, and data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It should improve efficiency, accuracy, and user satisfaction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3744F6-9E3B-8F17-2F51-70EF57217C1D}"/>
              </a:ext>
            </a:extLst>
          </p:cNvPr>
          <p:cNvSpPr txBox="1"/>
          <p:nvPr/>
        </p:nvSpPr>
        <p:spPr>
          <a:xfrm>
            <a:off x="2080487" y="2092833"/>
            <a:ext cx="14232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design and develop a web-based event ticketing system for efficient event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implement a secure and user-friendly platform for booking and managing tickets.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1982723"/>
            <a:ext cx="142415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a web-based application for managing events and ticket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register, login, view events, and book tickets.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add, update, and delete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data in a centralized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real-time updates on ticket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ensures secure login and transaction handling.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increases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user experience and system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E983FE-85E4-53CB-E082-09ABAC6A0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81087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BE73055-BF0A-4FD4-80EA-1FE0A692D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0" y="2303129"/>
            <a:ext cx="1119476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(ES6), JSP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(Servlets), Apache Tomcat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Eclipse 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Hardware/Software:</a:t>
            </a:r>
            <a:r>
              <a:rPr lang="en-US" altLang="en-US" sz="3600" b="0" dirty="0"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Tomcat Server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596" y="2131608"/>
            <a:ext cx="172601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registration, login, and profile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creates and manages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book tickets and view bookings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and retrieves data securely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3200" dirty="0"/>
            </a:br>
            <a:r>
              <a:rPr lang="en-US" sz="3200" dirty="0"/>
              <a:t>The Register page allows new users to create an account by entering name, email, and password.</a:t>
            </a:r>
            <a:br>
              <a:rPr lang="en-US" sz="3200" dirty="0"/>
            </a:br>
            <a:r>
              <a:rPr lang="en-US" sz="3200" dirty="0"/>
              <a:t>Data is stored in the database for future login authentication.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ECA3B3-1353-C3FE-D462-C816F983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24" y="1562101"/>
            <a:ext cx="5867995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44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976630" algn="just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Login page lets existing users log in using their registered email and password.</a:t>
            </a:r>
            <a:br>
              <a:rPr lang="en-US" sz="2800" dirty="0"/>
            </a:br>
            <a:r>
              <a:rPr lang="en-US" sz="2800" dirty="0"/>
              <a:t>Validates credentials and redirects to the events dashboard on success</a:t>
            </a:r>
            <a:endParaRPr lang="en-IN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7975DF-1C40-9F6E-BABF-FF171939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65" y="1982723"/>
            <a:ext cx="4982270" cy="48371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Displays a list of available events with date, venue, and ticket price.</a:t>
            </a:r>
            <a:br>
              <a:rPr lang="en-US" sz="3200" dirty="0"/>
            </a:br>
            <a:r>
              <a:rPr lang="en-US" sz="3200" dirty="0"/>
              <a:t>Users can select quantity and click “Book” to reserve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FEFA85-A70B-AFB3-DCF8-BBD52716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774" y="2092833"/>
            <a:ext cx="14412121" cy="50318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207562"/>
            <a:ext cx="13265404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Shows a success message after ticket booking is completed.</a:t>
            </a:r>
            <a:br>
              <a:rPr lang="en-US" sz="3200" dirty="0"/>
            </a:br>
            <a:r>
              <a:rPr lang="en-US" sz="3200" dirty="0"/>
              <a:t>Displays the total amount calculated based on selected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36F98C-F7A5-C5AC-8065-AE5537BF5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82" y="2247900"/>
            <a:ext cx="5488918" cy="414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and convenient for users to book tickets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Reduces manual work and paperwork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Faster event management and ticket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Centralized database for storing all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updates on event availability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7A7D2-9B49-E894-F2C6-EFC383C5A56A}"/>
              </a:ext>
            </a:extLst>
          </p:cNvPr>
          <p:cNvSpPr txBox="1"/>
          <p:nvPr/>
        </p:nvSpPr>
        <p:spPr>
          <a:xfrm>
            <a:off x="3429000" y="5986271"/>
            <a:ext cx="100757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internet connection to access the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Basic security (can be improved with advanced features)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Limited scalability for very large number of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Payment integration may be basic or simulated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regular maintenance and updates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823</Words>
  <Application>Microsoft Office PowerPoint</Application>
  <PresentationFormat>Custom</PresentationFormat>
  <Paragraphs>251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umar kottalapalli</dc:creator>
  <cp:lastModifiedBy>umar kottalapalli</cp:lastModifiedBy>
  <cp:revision>16</cp:revision>
  <dcterms:created xsi:type="dcterms:W3CDTF">2026-03-02T03:28:12Z</dcterms:created>
  <dcterms:modified xsi:type="dcterms:W3CDTF">2026-04-21T16:32:50Z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