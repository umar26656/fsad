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71" r:id="rId2"/>
    <p:sldId id="257" r:id="rId3"/>
    <p:sldId id="258" r:id="rId4"/>
    <p:sldId id="259" r:id="rId5"/>
    <p:sldId id="260" r:id="rId6"/>
    <p:sldId id="261" r:id="rId7"/>
    <p:sldId id="262" r:id="rId8"/>
    <p:sldId id="263" r:id="rId9"/>
    <p:sldId id="272" r:id="rId10"/>
    <p:sldId id="274" r:id="rId11"/>
    <p:sldId id="273" r:id="rId12"/>
    <p:sldId id="265" r:id="rId13"/>
    <p:sldId id="266" r:id="rId14"/>
    <p:sldId id="275" r:id="rId15"/>
    <p:sldId id="269" r:id="rId16"/>
    <p:sldId id="270" r:id="rId17"/>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EBF1E8-D73A-42F3-9D10-9FF243B4486F}" v="77" dt="2026-04-22T02:53:57.78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60"/>
  </p:normalViewPr>
  <p:slideViewPr>
    <p:cSldViewPr>
      <p:cViewPr>
        <p:scale>
          <a:sx n="33" d="100"/>
          <a:sy n="33" d="100"/>
        </p:scale>
        <p:origin x="14" y="629"/>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5EF6677B-8386-4D99-8CB6-60CE85B49A32}" type="datetimeFigureOut">
              <a:rPr lang="en-IN" smtClean="0"/>
              <a:pPr/>
              <a:t>06-05-2026</a:t>
            </a:fld>
            <a:endParaRPr lang="en-IN"/>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C487CED7-D397-4570-B28F-957CB125C681}" type="slidenum">
              <a:rPr lang="en-IN" smtClean="0"/>
              <a:pPr/>
              <a:t>‹#›</a:t>
            </a:fld>
            <a:endParaRPr lang="en-IN"/>
          </a:p>
        </p:txBody>
      </p:sp>
    </p:spTree>
    <p:extLst>
      <p:ext uri="{BB962C8B-B14F-4D97-AF65-F5344CB8AC3E}">
        <p14:creationId xmlns:p14="http://schemas.microsoft.com/office/powerpoint/2010/main" val="331235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Start</a:t>
            </a:r>
          </a:p>
          <a:p>
            <a:endParaRPr lang="en-IN" dirty="0"/>
          </a:p>
        </p:txBody>
      </p:sp>
      <p:sp>
        <p:nvSpPr>
          <p:cNvPr id="4" name="Slide Number Placeholder 3"/>
          <p:cNvSpPr>
            <a:spLocks noGrp="1"/>
          </p:cNvSpPr>
          <p:nvPr>
            <p:ph type="sldNum" sz="quarter" idx="5"/>
          </p:nvPr>
        </p:nvSpPr>
        <p:spPr/>
        <p:txBody>
          <a:bodyPr/>
          <a:lstStyle/>
          <a:p>
            <a:fld id="{C487CED7-D397-4570-B28F-957CB125C681}" type="slidenum">
              <a:rPr lang="en-IN" smtClean="0"/>
              <a:pPr/>
              <a:t>7</a:t>
            </a:fld>
            <a:endParaRPr lang="en-IN"/>
          </a:p>
        </p:txBody>
      </p:sp>
    </p:spTree>
    <p:extLst>
      <p:ext uri="{BB962C8B-B14F-4D97-AF65-F5344CB8AC3E}">
        <p14:creationId xmlns:p14="http://schemas.microsoft.com/office/powerpoint/2010/main" val="55270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4800" b="1" i="0">
                <a:solidFill>
                  <a:srgbClr val="0033CC"/>
                </a:solidFill>
                <a:latin typeface="Times New Roman"/>
                <a:cs typeface="Times New Roman"/>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3200"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0033CC"/>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200"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0033CC"/>
                </a:solidFill>
                <a:latin typeface="Times New Roman"/>
                <a:cs typeface="Times New Roman"/>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6312895" y="1028700"/>
            <a:ext cx="946403" cy="236220"/>
          </a:xfrm>
          <a:prstGeom prst="rect">
            <a:avLst/>
          </a:prstGeom>
        </p:spPr>
      </p:pic>
      <p:sp>
        <p:nvSpPr>
          <p:cNvPr id="17" name="bg object 17"/>
          <p:cNvSpPr/>
          <p:nvPr/>
        </p:nvSpPr>
        <p:spPr>
          <a:xfrm>
            <a:off x="16786859" y="1368596"/>
            <a:ext cx="1501140" cy="7550150"/>
          </a:xfrm>
          <a:custGeom>
            <a:avLst/>
            <a:gdLst/>
            <a:ahLst/>
            <a:cxnLst/>
            <a:rect l="l" t="t" r="r" b="b"/>
            <a:pathLst>
              <a:path w="1501140" h="7550150">
                <a:moveTo>
                  <a:pt x="1501140" y="0"/>
                </a:moveTo>
                <a:lnTo>
                  <a:pt x="1454574" y="49820"/>
                </a:lnTo>
                <a:lnTo>
                  <a:pt x="1424269" y="82960"/>
                </a:lnTo>
                <a:lnTo>
                  <a:pt x="1394232" y="116347"/>
                </a:lnTo>
                <a:lnTo>
                  <a:pt x="1364464" y="149980"/>
                </a:lnTo>
                <a:lnTo>
                  <a:pt x="1334968" y="183857"/>
                </a:lnTo>
                <a:lnTo>
                  <a:pt x="1305745" y="217976"/>
                </a:lnTo>
                <a:lnTo>
                  <a:pt x="1276796" y="252336"/>
                </a:lnTo>
                <a:lnTo>
                  <a:pt x="1248124" y="286935"/>
                </a:lnTo>
                <a:lnTo>
                  <a:pt x="1219731" y="321771"/>
                </a:lnTo>
                <a:lnTo>
                  <a:pt x="1191617" y="356842"/>
                </a:lnTo>
                <a:lnTo>
                  <a:pt x="1163784" y="392148"/>
                </a:lnTo>
                <a:lnTo>
                  <a:pt x="1136235" y="427686"/>
                </a:lnTo>
                <a:lnTo>
                  <a:pt x="1108970" y="463454"/>
                </a:lnTo>
                <a:lnTo>
                  <a:pt x="1081993" y="499450"/>
                </a:lnTo>
                <a:lnTo>
                  <a:pt x="1055303" y="535674"/>
                </a:lnTo>
                <a:lnTo>
                  <a:pt x="1028904" y="572124"/>
                </a:lnTo>
                <a:lnTo>
                  <a:pt x="1002797" y="608796"/>
                </a:lnTo>
                <a:lnTo>
                  <a:pt x="976983" y="645691"/>
                </a:lnTo>
                <a:lnTo>
                  <a:pt x="951464" y="682806"/>
                </a:lnTo>
                <a:lnTo>
                  <a:pt x="926242" y="720139"/>
                </a:lnTo>
                <a:lnTo>
                  <a:pt x="901318" y="757690"/>
                </a:lnTo>
                <a:lnTo>
                  <a:pt x="876695" y="795455"/>
                </a:lnTo>
                <a:lnTo>
                  <a:pt x="852374" y="833434"/>
                </a:lnTo>
                <a:lnTo>
                  <a:pt x="828356" y="871624"/>
                </a:lnTo>
                <a:lnTo>
                  <a:pt x="804644" y="910025"/>
                </a:lnTo>
                <a:lnTo>
                  <a:pt x="781239" y="948634"/>
                </a:lnTo>
                <a:lnTo>
                  <a:pt x="758143" y="987449"/>
                </a:lnTo>
                <a:lnTo>
                  <a:pt x="735357" y="1026469"/>
                </a:lnTo>
                <a:lnTo>
                  <a:pt x="712884" y="1065693"/>
                </a:lnTo>
                <a:lnTo>
                  <a:pt x="690724" y="1105118"/>
                </a:lnTo>
                <a:lnTo>
                  <a:pt x="668880" y="1144742"/>
                </a:lnTo>
                <a:lnTo>
                  <a:pt x="647353" y="1184565"/>
                </a:lnTo>
                <a:lnTo>
                  <a:pt x="626145" y="1224584"/>
                </a:lnTo>
                <a:lnTo>
                  <a:pt x="605258" y="1264798"/>
                </a:lnTo>
                <a:lnTo>
                  <a:pt x="584694" y="1305205"/>
                </a:lnTo>
                <a:lnTo>
                  <a:pt x="564453" y="1345803"/>
                </a:lnTo>
                <a:lnTo>
                  <a:pt x="544538" y="1386591"/>
                </a:lnTo>
                <a:lnTo>
                  <a:pt x="524951" y="1427566"/>
                </a:lnTo>
                <a:lnTo>
                  <a:pt x="505693" y="1468728"/>
                </a:lnTo>
                <a:lnTo>
                  <a:pt x="486766" y="1510074"/>
                </a:lnTo>
                <a:lnTo>
                  <a:pt x="468172" y="1551602"/>
                </a:lnTo>
                <a:lnTo>
                  <a:pt x="449912" y="1593312"/>
                </a:lnTo>
                <a:lnTo>
                  <a:pt x="431988" y="1635201"/>
                </a:lnTo>
                <a:lnTo>
                  <a:pt x="414402" y="1677268"/>
                </a:lnTo>
                <a:lnTo>
                  <a:pt x="397155" y="1719511"/>
                </a:lnTo>
                <a:lnTo>
                  <a:pt x="380249" y="1761928"/>
                </a:lnTo>
                <a:lnTo>
                  <a:pt x="363687" y="1804517"/>
                </a:lnTo>
                <a:lnTo>
                  <a:pt x="347468" y="1847278"/>
                </a:lnTo>
                <a:lnTo>
                  <a:pt x="331596" y="1890207"/>
                </a:lnTo>
                <a:lnTo>
                  <a:pt x="316072" y="1933304"/>
                </a:lnTo>
                <a:lnTo>
                  <a:pt x="300898" y="1976567"/>
                </a:lnTo>
                <a:lnTo>
                  <a:pt x="286075" y="2019993"/>
                </a:lnTo>
                <a:lnTo>
                  <a:pt x="271605" y="2063582"/>
                </a:lnTo>
                <a:lnTo>
                  <a:pt x="257490" y="2107331"/>
                </a:lnTo>
                <a:lnTo>
                  <a:pt x="243732" y="2151240"/>
                </a:lnTo>
                <a:lnTo>
                  <a:pt x="230331" y="2195305"/>
                </a:lnTo>
                <a:lnTo>
                  <a:pt x="217291" y="2239526"/>
                </a:lnTo>
                <a:lnTo>
                  <a:pt x="204612" y="2283901"/>
                </a:lnTo>
                <a:lnTo>
                  <a:pt x="192296" y="2328428"/>
                </a:lnTo>
                <a:lnTo>
                  <a:pt x="180346" y="2373105"/>
                </a:lnTo>
                <a:lnTo>
                  <a:pt x="168762" y="2417931"/>
                </a:lnTo>
                <a:lnTo>
                  <a:pt x="157546" y="2462904"/>
                </a:lnTo>
                <a:lnTo>
                  <a:pt x="146701" y="2508023"/>
                </a:lnTo>
                <a:lnTo>
                  <a:pt x="136227" y="2553284"/>
                </a:lnTo>
                <a:lnTo>
                  <a:pt x="126127" y="2598688"/>
                </a:lnTo>
                <a:lnTo>
                  <a:pt x="116402" y="2644232"/>
                </a:lnTo>
                <a:lnTo>
                  <a:pt x="107054" y="2689914"/>
                </a:lnTo>
                <a:lnTo>
                  <a:pt x="98085" y="2735733"/>
                </a:lnTo>
                <a:lnTo>
                  <a:pt x="89496" y="2781687"/>
                </a:lnTo>
                <a:lnTo>
                  <a:pt x="81289" y="2827775"/>
                </a:lnTo>
                <a:lnTo>
                  <a:pt x="73466" y="2873994"/>
                </a:lnTo>
                <a:lnTo>
                  <a:pt x="66028" y="2920343"/>
                </a:lnTo>
                <a:lnTo>
                  <a:pt x="58977" y="2966820"/>
                </a:lnTo>
                <a:lnTo>
                  <a:pt x="52315" y="3013424"/>
                </a:lnTo>
                <a:lnTo>
                  <a:pt x="46044" y="3060152"/>
                </a:lnTo>
                <a:lnTo>
                  <a:pt x="40165" y="3107004"/>
                </a:lnTo>
                <a:lnTo>
                  <a:pt x="34680" y="3153977"/>
                </a:lnTo>
                <a:lnTo>
                  <a:pt x="29591" y="3201070"/>
                </a:lnTo>
                <a:lnTo>
                  <a:pt x="24899" y="3248281"/>
                </a:lnTo>
                <a:lnTo>
                  <a:pt x="20606" y="3295608"/>
                </a:lnTo>
                <a:lnTo>
                  <a:pt x="16714" y="3343050"/>
                </a:lnTo>
                <a:lnTo>
                  <a:pt x="13224" y="3390605"/>
                </a:lnTo>
                <a:lnTo>
                  <a:pt x="10138" y="3438271"/>
                </a:lnTo>
                <a:lnTo>
                  <a:pt x="7459" y="3486046"/>
                </a:lnTo>
                <a:lnTo>
                  <a:pt x="5187" y="3533930"/>
                </a:lnTo>
                <a:lnTo>
                  <a:pt x="3324" y="3581919"/>
                </a:lnTo>
                <a:lnTo>
                  <a:pt x="1872" y="3630013"/>
                </a:lnTo>
                <a:lnTo>
                  <a:pt x="833" y="3678209"/>
                </a:lnTo>
                <a:lnTo>
                  <a:pt x="208" y="3726507"/>
                </a:lnTo>
                <a:lnTo>
                  <a:pt x="0" y="3774903"/>
                </a:lnTo>
                <a:lnTo>
                  <a:pt x="208" y="3823300"/>
                </a:lnTo>
                <a:lnTo>
                  <a:pt x="833" y="3871597"/>
                </a:lnTo>
                <a:lnTo>
                  <a:pt x="1872" y="3919794"/>
                </a:lnTo>
                <a:lnTo>
                  <a:pt x="3324" y="3967888"/>
                </a:lnTo>
                <a:lnTo>
                  <a:pt x="5187" y="4015877"/>
                </a:lnTo>
                <a:lnTo>
                  <a:pt x="7459" y="4063760"/>
                </a:lnTo>
                <a:lnTo>
                  <a:pt x="10138" y="4111536"/>
                </a:lnTo>
                <a:lnTo>
                  <a:pt x="13224" y="4159202"/>
                </a:lnTo>
                <a:lnTo>
                  <a:pt x="16714" y="4206756"/>
                </a:lnTo>
                <a:lnTo>
                  <a:pt x="20606" y="4254198"/>
                </a:lnTo>
                <a:lnTo>
                  <a:pt x="24899" y="4301525"/>
                </a:lnTo>
                <a:lnTo>
                  <a:pt x="29591" y="4348736"/>
                </a:lnTo>
                <a:lnTo>
                  <a:pt x="34680" y="4395829"/>
                </a:lnTo>
                <a:lnTo>
                  <a:pt x="40165" y="4442802"/>
                </a:lnTo>
                <a:lnTo>
                  <a:pt x="46044" y="4489654"/>
                </a:lnTo>
                <a:lnTo>
                  <a:pt x="52315" y="4536383"/>
                </a:lnTo>
                <a:lnTo>
                  <a:pt x="58977" y="4582987"/>
                </a:lnTo>
                <a:lnTo>
                  <a:pt x="66028" y="4629464"/>
                </a:lnTo>
                <a:lnTo>
                  <a:pt x="73466" y="4675813"/>
                </a:lnTo>
                <a:lnTo>
                  <a:pt x="81289" y="4722032"/>
                </a:lnTo>
                <a:lnTo>
                  <a:pt x="89496" y="4768119"/>
                </a:lnTo>
                <a:lnTo>
                  <a:pt x="98085" y="4814074"/>
                </a:lnTo>
                <a:lnTo>
                  <a:pt x="107054" y="4859893"/>
                </a:lnTo>
                <a:lnTo>
                  <a:pt x="116402" y="4905575"/>
                </a:lnTo>
                <a:lnTo>
                  <a:pt x="126127" y="4951119"/>
                </a:lnTo>
                <a:lnTo>
                  <a:pt x="136227" y="4996522"/>
                </a:lnTo>
                <a:lnTo>
                  <a:pt x="146701" y="5041784"/>
                </a:lnTo>
                <a:lnTo>
                  <a:pt x="157546" y="5086902"/>
                </a:lnTo>
                <a:lnTo>
                  <a:pt x="168762" y="5131875"/>
                </a:lnTo>
                <a:lnTo>
                  <a:pt x="180346" y="5176701"/>
                </a:lnTo>
                <a:lnTo>
                  <a:pt x="192296" y="5221379"/>
                </a:lnTo>
                <a:lnTo>
                  <a:pt x="204612" y="5265905"/>
                </a:lnTo>
                <a:lnTo>
                  <a:pt x="217291" y="5310280"/>
                </a:lnTo>
                <a:lnTo>
                  <a:pt x="230331" y="5354501"/>
                </a:lnTo>
                <a:lnTo>
                  <a:pt x="243732" y="5398567"/>
                </a:lnTo>
                <a:lnTo>
                  <a:pt x="257490" y="5442475"/>
                </a:lnTo>
                <a:lnTo>
                  <a:pt x="271605" y="5486225"/>
                </a:lnTo>
                <a:lnTo>
                  <a:pt x="286075" y="5529814"/>
                </a:lnTo>
                <a:lnTo>
                  <a:pt x="300898" y="5573240"/>
                </a:lnTo>
                <a:lnTo>
                  <a:pt x="316072" y="5616503"/>
                </a:lnTo>
                <a:lnTo>
                  <a:pt x="331596" y="5659600"/>
                </a:lnTo>
                <a:lnTo>
                  <a:pt x="347468" y="5702529"/>
                </a:lnTo>
                <a:lnTo>
                  <a:pt x="363687" y="5745289"/>
                </a:lnTo>
                <a:lnTo>
                  <a:pt x="380249" y="5787879"/>
                </a:lnTo>
                <a:lnTo>
                  <a:pt x="397155" y="5830296"/>
                </a:lnTo>
                <a:lnTo>
                  <a:pt x="414402" y="5872539"/>
                </a:lnTo>
                <a:lnTo>
                  <a:pt x="431988" y="5914605"/>
                </a:lnTo>
                <a:lnTo>
                  <a:pt x="449912" y="5956494"/>
                </a:lnTo>
                <a:lnTo>
                  <a:pt x="468172" y="5998204"/>
                </a:lnTo>
                <a:lnTo>
                  <a:pt x="486766" y="6039733"/>
                </a:lnTo>
                <a:lnTo>
                  <a:pt x="505693" y="6081079"/>
                </a:lnTo>
                <a:lnTo>
                  <a:pt x="524951" y="6122241"/>
                </a:lnTo>
                <a:lnTo>
                  <a:pt x="544538" y="6163216"/>
                </a:lnTo>
                <a:lnTo>
                  <a:pt x="564453" y="6204004"/>
                </a:lnTo>
                <a:lnTo>
                  <a:pt x="584694" y="6244602"/>
                </a:lnTo>
                <a:lnTo>
                  <a:pt x="605258" y="6285009"/>
                </a:lnTo>
                <a:lnTo>
                  <a:pt x="626145" y="6325222"/>
                </a:lnTo>
                <a:lnTo>
                  <a:pt x="647353" y="6365242"/>
                </a:lnTo>
                <a:lnTo>
                  <a:pt x="668880" y="6405064"/>
                </a:lnTo>
                <a:lnTo>
                  <a:pt x="690724" y="6444689"/>
                </a:lnTo>
                <a:lnTo>
                  <a:pt x="712884" y="6484114"/>
                </a:lnTo>
                <a:lnTo>
                  <a:pt x="735357" y="6523337"/>
                </a:lnTo>
                <a:lnTo>
                  <a:pt x="758143" y="6562358"/>
                </a:lnTo>
                <a:lnTo>
                  <a:pt x="781239" y="6601173"/>
                </a:lnTo>
                <a:lnTo>
                  <a:pt x="804644" y="6639782"/>
                </a:lnTo>
                <a:lnTo>
                  <a:pt x="828356" y="6678182"/>
                </a:lnTo>
                <a:lnTo>
                  <a:pt x="852374" y="6716373"/>
                </a:lnTo>
                <a:lnTo>
                  <a:pt x="876695" y="6754352"/>
                </a:lnTo>
                <a:lnTo>
                  <a:pt x="901318" y="6792117"/>
                </a:lnTo>
                <a:lnTo>
                  <a:pt x="926242" y="6829667"/>
                </a:lnTo>
                <a:lnTo>
                  <a:pt x="951464" y="6867001"/>
                </a:lnTo>
                <a:lnTo>
                  <a:pt x="976983" y="6904116"/>
                </a:lnTo>
                <a:lnTo>
                  <a:pt x="1002797" y="6941010"/>
                </a:lnTo>
                <a:lnTo>
                  <a:pt x="1028904" y="6977683"/>
                </a:lnTo>
                <a:lnTo>
                  <a:pt x="1055303" y="7014132"/>
                </a:lnTo>
                <a:lnTo>
                  <a:pt x="1081993" y="7050356"/>
                </a:lnTo>
                <a:lnTo>
                  <a:pt x="1108970" y="7086353"/>
                </a:lnTo>
                <a:lnTo>
                  <a:pt x="1136235" y="7122121"/>
                </a:lnTo>
                <a:lnTo>
                  <a:pt x="1163784" y="7157659"/>
                </a:lnTo>
                <a:lnTo>
                  <a:pt x="1191617" y="7192964"/>
                </a:lnTo>
                <a:lnTo>
                  <a:pt x="1219731" y="7228036"/>
                </a:lnTo>
                <a:lnTo>
                  <a:pt x="1248124" y="7262872"/>
                </a:lnTo>
                <a:lnTo>
                  <a:pt x="1276796" y="7297471"/>
                </a:lnTo>
                <a:lnTo>
                  <a:pt x="1305745" y="7331831"/>
                </a:lnTo>
                <a:lnTo>
                  <a:pt x="1334968" y="7365950"/>
                </a:lnTo>
                <a:lnTo>
                  <a:pt x="1364464" y="7399827"/>
                </a:lnTo>
                <a:lnTo>
                  <a:pt x="1394232" y="7433460"/>
                </a:lnTo>
                <a:lnTo>
                  <a:pt x="1424269" y="7466847"/>
                </a:lnTo>
                <a:lnTo>
                  <a:pt x="1454574" y="7499987"/>
                </a:lnTo>
                <a:lnTo>
                  <a:pt x="1485145" y="7532877"/>
                </a:lnTo>
                <a:lnTo>
                  <a:pt x="1501140" y="7549807"/>
                </a:lnTo>
              </a:path>
            </a:pathLst>
          </a:custGeom>
          <a:ln w="618744">
            <a:solidFill>
              <a:srgbClr val="FC611F"/>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800" b="1" i="0">
                <a:solidFill>
                  <a:srgbClr val="0033CC"/>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554348" y="327786"/>
            <a:ext cx="11106150" cy="936371"/>
          </a:xfrm>
          <a:prstGeom prst="rect">
            <a:avLst/>
          </a:prstGeom>
        </p:spPr>
        <p:txBody>
          <a:bodyPr wrap="square" lIns="0" tIns="0" rIns="0" bIns="0">
            <a:spAutoFit/>
          </a:bodyPr>
          <a:lstStyle>
            <a:lvl1pPr>
              <a:defRPr sz="4800" b="1" i="0">
                <a:solidFill>
                  <a:srgbClr val="0033CC"/>
                </a:solidFill>
                <a:latin typeface="Times New Roman"/>
                <a:cs typeface="Times New Roman"/>
              </a:defRPr>
            </a:lvl1pPr>
          </a:lstStyle>
          <a:p>
            <a:endParaRPr/>
          </a:p>
        </p:txBody>
      </p:sp>
      <p:sp>
        <p:nvSpPr>
          <p:cNvPr id="3" name="Holder 3"/>
          <p:cNvSpPr>
            <a:spLocks noGrp="1"/>
          </p:cNvSpPr>
          <p:nvPr>
            <p:ph type="body" idx="1"/>
          </p:nvPr>
        </p:nvSpPr>
        <p:spPr>
          <a:xfrm>
            <a:off x="2288794" y="1645666"/>
            <a:ext cx="14829790" cy="5879465"/>
          </a:xfrm>
          <a:prstGeom prst="rect">
            <a:avLst/>
          </a:prstGeom>
        </p:spPr>
        <p:txBody>
          <a:bodyPr wrap="square" lIns="0" tIns="0" rIns="0" bIns="0">
            <a:spAutoFit/>
          </a:bodyPr>
          <a:lstStyle>
            <a:lvl1pPr>
              <a:defRPr sz="3200" b="1" i="0">
                <a:solidFill>
                  <a:schemeClr val="tx1"/>
                </a:solidFill>
                <a:latin typeface="Calibri"/>
                <a:cs typeface="Calibri"/>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5/6/2026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3"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cstate="print"/>
          <a:stretch>
            <a:fillRect/>
          </a:stretch>
        </p:blipFill>
        <p:spPr>
          <a:xfrm>
            <a:off x="6799772" y="16492"/>
            <a:ext cx="4131816" cy="1784622"/>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GB" sz="3200" b="1" dirty="0">
                <a:solidFill>
                  <a:srgbClr val="0033CC"/>
                </a:solidFill>
                <a:latin typeface="Times New Roman" panose="02020603050405020304" pitchFamily="18" charset="0"/>
                <a:cs typeface="Times New Roman" panose="02020603050405020304" pitchFamily="18" charset="0"/>
              </a:rPr>
              <a:t>React JS Based Web Application for Ticket Booking of an Internal </a:t>
            </a:r>
            <a:r>
              <a:rPr lang="en-GB" sz="3200" b="1" dirty="0" err="1">
                <a:solidFill>
                  <a:srgbClr val="0033CC"/>
                </a:solidFill>
                <a:latin typeface="Times New Roman" panose="02020603050405020304" pitchFamily="18" charset="0"/>
                <a:cs typeface="Times New Roman" panose="02020603050405020304" pitchFamily="18" charset="0"/>
              </a:rPr>
              <a:t>Departement</a:t>
            </a:r>
            <a:r>
              <a:rPr lang="en-GB" sz="3200" b="1" dirty="0">
                <a:solidFill>
                  <a:srgbClr val="0033CC"/>
                </a:solidFill>
                <a:latin typeface="Times New Roman" panose="02020603050405020304" pitchFamily="18" charset="0"/>
                <a:cs typeface="Times New Roman" panose="02020603050405020304" pitchFamily="18" charset="0"/>
              </a:rPr>
              <a:t> Event </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Mullangi</a:t>
            </a:r>
            <a:r>
              <a:rPr lang="en-US" sz="3000" dirty="0">
                <a:latin typeface="Cambria" panose="02040503050406030204" pitchFamily="18" charset="0"/>
                <a:ea typeface="Cambria" panose="02040503050406030204" pitchFamily="18" charset="0"/>
              </a:rPr>
              <a:t> </a:t>
            </a:r>
            <a:r>
              <a:rPr lang="en-US" sz="3000" dirty="0" err="1">
                <a:latin typeface="Cambria" panose="02040503050406030204" pitchFamily="18" charset="0"/>
                <a:ea typeface="Cambria" panose="02040503050406030204" pitchFamily="18" charset="0"/>
              </a:rPr>
              <a:t>Nagasiri</a:t>
            </a:r>
            <a:r>
              <a:rPr lang="en-US" sz="3000" dirty="0">
                <a:latin typeface="Cambria" panose="02040503050406030204" pitchFamily="18" charset="0"/>
                <a:ea typeface="Cambria" panose="02040503050406030204" pitchFamily="18" charset="0"/>
              </a:rPr>
              <a:t> – VTU26656 – 23UECS0293.</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1762088" y="7818586"/>
            <a:ext cx="6097550"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        Courses Handling Faculty:</a:t>
            </a:r>
          </a:p>
          <a:p>
            <a:pPr algn="ctr">
              <a:lnSpc>
                <a:spcPct val="150000"/>
              </a:lnSpc>
            </a:pPr>
            <a:r>
              <a:rPr lang="en-US" sz="3000" dirty="0">
                <a:latin typeface="Cambria" panose="02040503050406030204" pitchFamily="18" charset="0"/>
                <a:ea typeface="Cambria" panose="02040503050406030204" pitchFamily="18" charset="0"/>
              </a:rPr>
              <a:t>Dr. S . HEMAMALINI – M.E., Ph.D.,</a:t>
            </a:r>
          </a:p>
          <a:p>
            <a:pPr algn="ctr">
              <a:lnSpc>
                <a:spcPct val="150000"/>
              </a:lnSpc>
            </a:pPr>
            <a:r>
              <a:rPr lang="en-GB" sz="3000" dirty="0">
                <a:latin typeface="Cambria" panose="02040503050406030204" pitchFamily="18" charset="0"/>
                <a:ea typeface="Cambria" panose="02040503050406030204" pitchFamily="18" charset="0"/>
              </a:rPr>
              <a:t>Assistant Professor(Senior Grade)</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a:t>
            </a:r>
            <a:r>
              <a:rPr lang="en-US" sz="2000" dirty="0">
                <a:latin typeface="Cambria" panose="02040503050406030204" pitchFamily="18" charset="0"/>
                <a:ea typeface="Cambria" panose="02040503050406030204" pitchFamily="18" charset="0"/>
              </a:rPr>
              <a:t>SDG 9: Industry, Innovation, and Infrastructure</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312895" y="909827"/>
            <a:ext cx="946403" cy="237744"/>
          </a:xfrm>
          <a:prstGeom prst="rect">
            <a:avLst/>
          </a:prstGeom>
        </p:spPr>
      </p:pic>
      <p:sp>
        <p:nvSpPr>
          <p:cNvPr id="3" name="object 3"/>
          <p:cNvSpPr/>
          <p:nvPr/>
        </p:nvSpPr>
        <p:spPr>
          <a:xfrm>
            <a:off x="705612" y="1952244"/>
            <a:ext cx="993775" cy="992505"/>
          </a:xfrm>
          <a:custGeom>
            <a:avLst/>
            <a:gdLst/>
            <a:ahLst/>
            <a:cxnLst/>
            <a:rect l="l" t="t" r="r" b="b"/>
            <a:pathLst>
              <a:path w="993775" h="992505">
                <a:moveTo>
                  <a:pt x="496824" y="0"/>
                </a:moveTo>
                <a:lnTo>
                  <a:pt x="448977" y="2271"/>
                </a:lnTo>
                <a:lnTo>
                  <a:pt x="402417" y="8945"/>
                </a:lnTo>
                <a:lnTo>
                  <a:pt x="357351" y="19816"/>
                </a:lnTo>
                <a:lnTo>
                  <a:pt x="313989" y="34673"/>
                </a:lnTo>
                <a:lnTo>
                  <a:pt x="272538" y="53311"/>
                </a:lnTo>
                <a:lnTo>
                  <a:pt x="233207" y="75520"/>
                </a:lnTo>
                <a:lnTo>
                  <a:pt x="196203" y="101093"/>
                </a:lnTo>
                <a:lnTo>
                  <a:pt x="161736" y="129821"/>
                </a:lnTo>
                <a:lnTo>
                  <a:pt x="130012" y="161497"/>
                </a:lnTo>
                <a:lnTo>
                  <a:pt x="101241" y="195912"/>
                </a:lnTo>
                <a:lnTo>
                  <a:pt x="75630" y="232860"/>
                </a:lnTo>
                <a:lnTo>
                  <a:pt x="53388" y="272131"/>
                </a:lnTo>
                <a:lnTo>
                  <a:pt x="34724" y="313517"/>
                </a:lnTo>
                <a:lnTo>
                  <a:pt x="19844" y="356812"/>
                </a:lnTo>
                <a:lnTo>
                  <a:pt x="8958" y="401806"/>
                </a:lnTo>
                <a:lnTo>
                  <a:pt x="2274" y="448292"/>
                </a:lnTo>
                <a:lnTo>
                  <a:pt x="0" y="496061"/>
                </a:lnTo>
                <a:lnTo>
                  <a:pt x="2274" y="543831"/>
                </a:lnTo>
                <a:lnTo>
                  <a:pt x="8958" y="590317"/>
                </a:lnTo>
                <a:lnTo>
                  <a:pt x="19844" y="635311"/>
                </a:lnTo>
                <a:lnTo>
                  <a:pt x="34724" y="678606"/>
                </a:lnTo>
                <a:lnTo>
                  <a:pt x="53388" y="719992"/>
                </a:lnTo>
                <a:lnTo>
                  <a:pt x="75630" y="759263"/>
                </a:lnTo>
                <a:lnTo>
                  <a:pt x="101241" y="796211"/>
                </a:lnTo>
                <a:lnTo>
                  <a:pt x="130012" y="830626"/>
                </a:lnTo>
                <a:lnTo>
                  <a:pt x="161736" y="862302"/>
                </a:lnTo>
                <a:lnTo>
                  <a:pt x="196203" y="891030"/>
                </a:lnTo>
                <a:lnTo>
                  <a:pt x="233207" y="916603"/>
                </a:lnTo>
                <a:lnTo>
                  <a:pt x="272538" y="938812"/>
                </a:lnTo>
                <a:lnTo>
                  <a:pt x="313989" y="957450"/>
                </a:lnTo>
                <a:lnTo>
                  <a:pt x="357351" y="972307"/>
                </a:lnTo>
                <a:lnTo>
                  <a:pt x="402417" y="983178"/>
                </a:lnTo>
                <a:lnTo>
                  <a:pt x="448977" y="989852"/>
                </a:lnTo>
                <a:lnTo>
                  <a:pt x="496824" y="992124"/>
                </a:lnTo>
                <a:lnTo>
                  <a:pt x="544680" y="989852"/>
                </a:lnTo>
                <a:lnTo>
                  <a:pt x="591248" y="983178"/>
                </a:lnTo>
                <a:lnTo>
                  <a:pt x="636318" y="972307"/>
                </a:lnTo>
                <a:lnTo>
                  <a:pt x="679684" y="957450"/>
                </a:lnTo>
                <a:lnTo>
                  <a:pt x="721137" y="938812"/>
                </a:lnTo>
                <a:lnTo>
                  <a:pt x="760468" y="916603"/>
                </a:lnTo>
                <a:lnTo>
                  <a:pt x="797471" y="891030"/>
                </a:lnTo>
                <a:lnTo>
                  <a:pt x="831937" y="862302"/>
                </a:lnTo>
                <a:lnTo>
                  <a:pt x="863657" y="830626"/>
                </a:lnTo>
                <a:lnTo>
                  <a:pt x="892425" y="796211"/>
                </a:lnTo>
                <a:lnTo>
                  <a:pt x="918032" y="759263"/>
                </a:lnTo>
                <a:lnTo>
                  <a:pt x="940270" y="719992"/>
                </a:lnTo>
                <a:lnTo>
                  <a:pt x="958931" y="678606"/>
                </a:lnTo>
                <a:lnTo>
                  <a:pt x="973808" y="635311"/>
                </a:lnTo>
                <a:lnTo>
                  <a:pt x="984691" y="590317"/>
                </a:lnTo>
                <a:lnTo>
                  <a:pt x="991374" y="543831"/>
                </a:lnTo>
                <a:lnTo>
                  <a:pt x="993648" y="496061"/>
                </a:lnTo>
                <a:lnTo>
                  <a:pt x="991374" y="448292"/>
                </a:lnTo>
                <a:lnTo>
                  <a:pt x="984691" y="401806"/>
                </a:lnTo>
                <a:lnTo>
                  <a:pt x="973808" y="356812"/>
                </a:lnTo>
                <a:lnTo>
                  <a:pt x="958931" y="313517"/>
                </a:lnTo>
                <a:lnTo>
                  <a:pt x="940270" y="272131"/>
                </a:lnTo>
                <a:lnTo>
                  <a:pt x="918032" y="232860"/>
                </a:lnTo>
                <a:lnTo>
                  <a:pt x="892425" y="195912"/>
                </a:lnTo>
                <a:lnTo>
                  <a:pt x="863657" y="161497"/>
                </a:lnTo>
                <a:lnTo>
                  <a:pt x="831937" y="129821"/>
                </a:lnTo>
                <a:lnTo>
                  <a:pt x="797471" y="101093"/>
                </a:lnTo>
                <a:lnTo>
                  <a:pt x="760468" y="75520"/>
                </a:lnTo>
                <a:lnTo>
                  <a:pt x="721137" y="53311"/>
                </a:lnTo>
                <a:lnTo>
                  <a:pt x="679684" y="34673"/>
                </a:lnTo>
                <a:lnTo>
                  <a:pt x="636318" y="19816"/>
                </a:lnTo>
                <a:lnTo>
                  <a:pt x="591248" y="8945"/>
                </a:lnTo>
                <a:lnTo>
                  <a:pt x="544680" y="2271"/>
                </a:lnTo>
                <a:lnTo>
                  <a:pt x="496824" y="0"/>
                </a:lnTo>
                <a:close/>
              </a:path>
            </a:pathLst>
          </a:custGeom>
          <a:solidFill>
            <a:srgbClr val="FC611F"/>
          </a:solidFill>
        </p:spPr>
        <p:txBody>
          <a:bodyPr wrap="square" lIns="0" tIns="0" rIns="0" bIns="0" rtlCol="0"/>
          <a:lstStyle/>
          <a:p>
            <a:endParaRPr/>
          </a:p>
        </p:txBody>
      </p:sp>
      <p:sp>
        <p:nvSpPr>
          <p:cNvPr id="4" name="object 4"/>
          <p:cNvSpPr txBox="1"/>
          <p:nvPr/>
        </p:nvSpPr>
        <p:spPr>
          <a:xfrm>
            <a:off x="1127556" y="2179701"/>
            <a:ext cx="148590" cy="436880"/>
          </a:xfrm>
          <a:prstGeom prst="rect">
            <a:avLst/>
          </a:prstGeom>
        </p:spPr>
        <p:txBody>
          <a:bodyPr vert="horz" wrap="square" lIns="0" tIns="12700" rIns="0" bIns="0" rtlCol="0">
            <a:spAutoFit/>
          </a:bodyPr>
          <a:lstStyle/>
          <a:p>
            <a:pPr marL="12700">
              <a:lnSpc>
                <a:spcPct val="100000"/>
              </a:lnSpc>
              <a:spcBef>
                <a:spcPts val="100"/>
              </a:spcBef>
            </a:pPr>
            <a:r>
              <a:rPr sz="2700" spc="-570" dirty="0">
                <a:solidFill>
                  <a:srgbClr val="FFFDFD"/>
                </a:solidFill>
                <a:latin typeface="Tahoma"/>
                <a:cs typeface="Tahoma"/>
              </a:rPr>
              <a:t>1</a:t>
            </a:r>
            <a:endParaRPr sz="2700">
              <a:latin typeface="Tahoma"/>
              <a:cs typeface="Tahoma"/>
            </a:endParaRPr>
          </a:p>
        </p:txBody>
      </p:sp>
      <p:sp>
        <p:nvSpPr>
          <p:cNvPr id="5" name="object 5"/>
          <p:cNvSpPr/>
          <p:nvPr/>
        </p:nvSpPr>
        <p:spPr>
          <a:xfrm>
            <a:off x="947927" y="4447032"/>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3"/>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7"/>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3"/>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6" name="object 6"/>
          <p:cNvSpPr txBox="1"/>
          <p:nvPr/>
        </p:nvSpPr>
        <p:spPr>
          <a:xfrm>
            <a:off x="1116583" y="4558029"/>
            <a:ext cx="170815" cy="285115"/>
          </a:xfrm>
          <a:prstGeom prst="rect">
            <a:avLst/>
          </a:prstGeom>
        </p:spPr>
        <p:txBody>
          <a:bodyPr vert="horz" wrap="square" lIns="0" tIns="13335" rIns="0" bIns="0" rtlCol="0">
            <a:spAutoFit/>
          </a:bodyPr>
          <a:lstStyle/>
          <a:p>
            <a:pPr marL="12700">
              <a:lnSpc>
                <a:spcPct val="100000"/>
              </a:lnSpc>
              <a:spcBef>
                <a:spcPts val="105"/>
              </a:spcBef>
            </a:pPr>
            <a:r>
              <a:rPr sz="1700" spc="160" dirty="0">
                <a:solidFill>
                  <a:srgbClr val="181818"/>
                </a:solidFill>
                <a:latin typeface="Tahoma"/>
                <a:cs typeface="Tahoma"/>
              </a:rPr>
              <a:t>4</a:t>
            </a:r>
            <a:endParaRPr sz="1700">
              <a:latin typeface="Tahoma"/>
              <a:cs typeface="Tahoma"/>
            </a:endParaRPr>
          </a:p>
        </p:txBody>
      </p:sp>
      <p:sp>
        <p:nvSpPr>
          <p:cNvPr id="7" name="object 7"/>
          <p:cNvSpPr/>
          <p:nvPr/>
        </p:nvSpPr>
        <p:spPr>
          <a:xfrm>
            <a:off x="947927" y="3107435"/>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4"/>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8"/>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4"/>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8" name="object 8"/>
          <p:cNvSpPr txBox="1"/>
          <p:nvPr/>
        </p:nvSpPr>
        <p:spPr>
          <a:xfrm>
            <a:off x="1124203" y="3217925"/>
            <a:ext cx="155575" cy="285115"/>
          </a:xfrm>
          <a:prstGeom prst="rect">
            <a:avLst/>
          </a:prstGeom>
        </p:spPr>
        <p:txBody>
          <a:bodyPr vert="horz" wrap="square" lIns="0" tIns="12700" rIns="0" bIns="0" rtlCol="0">
            <a:spAutoFit/>
          </a:bodyPr>
          <a:lstStyle/>
          <a:p>
            <a:pPr marL="12700">
              <a:lnSpc>
                <a:spcPct val="100000"/>
              </a:lnSpc>
              <a:spcBef>
                <a:spcPts val="100"/>
              </a:spcBef>
            </a:pPr>
            <a:r>
              <a:rPr sz="1700" spc="40" dirty="0">
                <a:solidFill>
                  <a:srgbClr val="181818"/>
                </a:solidFill>
                <a:latin typeface="Tahoma"/>
                <a:cs typeface="Tahoma"/>
              </a:rPr>
              <a:t>2</a:t>
            </a:r>
            <a:endParaRPr sz="1700">
              <a:latin typeface="Tahoma"/>
              <a:cs typeface="Tahoma"/>
            </a:endParaRPr>
          </a:p>
        </p:txBody>
      </p:sp>
      <p:sp>
        <p:nvSpPr>
          <p:cNvPr id="9" name="object 9"/>
          <p:cNvSpPr/>
          <p:nvPr/>
        </p:nvSpPr>
        <p:spPr>
          <a:xfrm>
            <a:off x="947927" y="5116067"/>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4"/>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8"/>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4"/>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10" name="object 10"/>
          <p:cNvSpPr txBox="1"/>
          <p:nvPr/>
        </p:nvSpPr>
        <p:spPr>
          <a:xfrm>
            <a:off x="1122680" y="5226557"/>
            <a:ext cx="158115" cy="285115"/>
          </a:xfrm>
          <a:prstGeom prst="rect">
            <a:avLst/>
          </a:prstGeom>
        </p:spPr>
        <p:txBody>
          <a:bodyPr vert="horz" wrap="square" lIns="0" tIns="13335" rIns="0" bIns="0" rtlCol="0">
            <a:spAutoFit/>
          </a:bodyPr>
          <a:lstStyle/>
          <a:p>
            <a:pPr marL="12700">
              <a:lnSpc>
                <a:spcPct val="100000"/>
              </a:lnSpc>
              <a:spcBef>
                <a:spcPts val="105"/>
              </a:spcBef>
            </a:pPr>
            <a:r>
              <a:rPr sz="1700" spc="60" dirty="0">
                <a:solidFill>
                  <a:srgbClr val="181818"/>
                </a:solidFill>
                <a:latin typeface="Tahoma"/>
                <a:cs typeface="Tahoma"/>
              </a:rPr>
              <a:t>5</a:t>
            </a:r>
            <a:endParaRPr sz="1700">
              <a:latin typeface="Tahoma"/>
              <a:cs typeface="Tahoma"/>
            </a:endParaRPr>
          </a:p>
        </p:txBody>
      </p:sp>
      <p:sp>
        <p:nvSpPr>
          <p:cNvPr id="11" name="object 11"/>
          <p:cNvSpPr/>
          <p:nvPr/>
        </p:nvSpPr>
        <p:spPr>
          <a:xfrm>
            <a:off x="947927" y="3776471"/>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3"/>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7"/>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3"/>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12" name="object 12"/>
          <p:cNvSpPr txBox="1"/>
          <p:nvPr/>
        </p:nvSpPr>
        <p:spPr>
          <a:xfrm>
            <a:off x="1122680" y="3887215"/>
            <a:ext cx="158115" cy="285115"/>
          </a:xfrm>
          <a:prstGeom prst="rect">
            <a:avLst/>
          </a:prstGeom>
        </p:spPr>
        <p:txBody>
          <a:bodyPr vert="horz" wrap="square" lIns="0" tIns="13335" rIns="0" bIns="0" rtlCol="0">
            <a:spAutoFit/>
          </a:bodyPr>
          <a:lstStyle/>
          <a:p>
            <a:pPr marL="12700">
              <a:lnSpc>
                <a:spcPct val="100000"/>
              </a:lnSpc>
              <a:spcBef>
                <a:spcPts val="105"/>
              </a:spcBef>
            </a:pPr>
            <a:r>
              <a:rPr sz="1700" spc="60" dirty="0">
                <a:solidFill>
                  <a:srgbClr val="181818"/>
                </a:solidFill>
                <a:latin typeface="Tahoma"/>
                <a:cs typeface="Tahoma"/>
              </a:rPr>
              <a:t>3</a:t>
            </a:r>
            <a:endParaRPr sz="1700">
              <a:latin typeface="Tahoma"/>
              <a:cs typeface="Tahoma"/>
            </a:endParaRPr>
          </a:p>
        </p:txBody>
      </p:sp>
      <p:sp>
        <p:nvSpPr>
          <p:cNvPr id="13" name="object 13"/>
          <p:cNvSpPr/>
          <p:nvPr/>
        </p:nvSpPr>
        <p:spPr>
          <a:xfrm>
            <a:off x="947927" y="6455664"/>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4"/>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8"/>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4"/>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14" name="object 14"/>
          <p:cNvSpPr txBox="1"/>
          <p:nvPr/>
        </p:nvSpPr>
        <p:spPr>
          <a:xfrm>
            <a:off x="1124203" y="6566661"/>
            <a:ext cx="154940" cy="285115"/>
          </a:xfrm>
          <a:prstGeom prst="rect">
            <a:avLst/>
          </a:prstGeom>
        </p:spPr>
        <p:txBody>
          <a:bodyPr vert="horz" wrap="square" lIns="0" tIns="13335" rIns="0" bIns="0" rtlCol="0">
            <a:spAutoFit/>
          </a:bodyPr>
          <a:lstStyle/>
          <a:p>
            <a:pPr marL="12700">
              <a:lnSpc>
                <a:spcPct val="100000"/>
              </a:lnSpc>
              <a:spcBef>
                <a:spcPts val="105"/>
              </a:spcBef>
            </a:pPr>
            <a:r>
              <a:rPr sz="1700" spc="30" dirty="0">
                <a:solidFill>
                  <a:srgbClr val="181818"/>
                </a:solidFill>
                <a:latin typeface="Tahoma"/>
                <a:cs typeface="Tahoma"/>
              </a:rPr>
              <a:t>7</a:t>
            </a:r>
            <a:endParaRPr sz="1700">
              <a:latin typeface="Tahoma"/>
              <a:cs typeface="Tahoma"/>
            </a:endParaRPr>
          </a:p>
        </p:txBody>
      </p:sp>
      <p:sp>
        <p:nvSpPr>
          <p:cNvPr id="15" name="object 15"/>
          <p:cNvSpPr/>
          <p:nvPr/>
        </p:nvSpPr>
        <p:spPr>
          <a:xfrm>
            <a:off x="947927" y="5785103"/>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4"/>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8"/>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4"/>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16" name="object 16"/>
          <p:cNvSpPr txBox="1"/>
          <p:nvPr/>
        </p:nvSpPr>
        <p:spPr>
          <a:xfrm>
            <a:off x="1119632" y="5895847"/>
            <a:ext cx="165735" cy="285115"/>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6</a:t>
            </a:r>
            <a:endParaRPr sz="1700">
              <a:latin typeface="Tahoma"/>
              <a:cs typeface="Tahoma"/>
            </a:endParaRPr>
          </a:p>
        </p:txBody>
      </p:sp>
      <p:sp>
        <p:nvSpPr>
          <p:cNvPr id="17" name="object 17"/>
          <p:cNvSpPr/>
          <p:nvPr/>
        </p:nvSpPr>
        <p:spPr>
          <a:xfrm>
            <a:off x="947927" y="7123176"/>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4"/>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8"/>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4"/>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18" name="object 18"/>
          <p:cNvSpPr txBox="1"/>
          <p:nvPr/>
        </p:nvSpPr>
        <p:spPr>
          <a:xfrm>
            <a:off x="1121155" y="7234555"/>
            <a:ext cx="161925" cy="285115"/>
          </a:xfrm>
          <a:prstGeom prst="rect">
            <a:avLst/>
          </a:prstGeom>
        </p:spPr>
        <p:txBody>
          <a:bodyPr vert="horz" wrap="square" lIns="0" tIns="12700" rIns="0" bIns="0" rtlCol="0">
            <a:spAutoFit/>
          </a:bodyPr>
          <a:lstStyle/>
          <a:p>
            <a:pPr marL="12700">
              <a:lnSpc>
                <a:spcPct val="100000"/>
              </a:lnSpc>
              <a:spcBef>
                <a:spcPts val="100"/>
              </a:spcBef>
            </a:pPr>
            <a:r>
              <a:rPr sz="1700" spc="95" dirty="0">
                <a:solidFill>
                  <a:srgbClr val="181818"/>
                </a:solidFill>
                <a:latin typeface="Tahoma"/>
                <a:cs typeface="Tahoma"/>
              </a:rPr>
              <a:t>8</a:t>
            </a:r>
            <a:endParaRPr sz="1700">
              <a:latin typeface="Tahoma"/>
              <a:cs typeface="Tahoma"/>
            </a:endParaRPr>
          </a:p>
        </p:txBody>
      </p:sp>
      <p:sp>
        <p:nvSpPr>
          <p:cNvPr id="19" name="object 19"/>
          <p:cNvSpPr/>
          <p:nvPr/>
        </p:nvSpPr>
        <p:spPr>
          <a:xfrm>
            <a:off x="947927" y="7790688"/>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3"/>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7"/>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3"/>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20" name="object 20"/>
          <p:cNvSpPr txBox="1"/>
          <p:nvPr/>
        </p:nvSpPr>
        <p:spPr>
          <a:xfrm>
            <a:off x="1119632" y="7902320"/>
            <a:ext cx="165735" cy="285115"/>
          </a:xfrm>
          <a:prstGeom prst="rect">
            <a:avLst/>
          </a:prstGeom>
        </p:spPr>
        <p:txBody>
          <a:bodyPr vert="horz" wrap="square" lIns="0" tIns="12700" rIns="0" bIns="0" rtlCol="0">
            <a:spAutoFit/>
          </a:bodyPr>
          <a:lstStyle/>
          <a:p>
            <a:pPr marL="12700">
              <a:lnSpc>
                <a:spcPct val="100000"/>
              </a:lnSpc>
              <a:spcBef>
                <a:spcPts val="100"/>
              </a:spcBef>
            </a:pPr>
            <a:r>
              <a:rPr sz="1700" spc="125" dirty="0">
                <a:solidFill>
                  <a:srgbClr val="181818"/>
                </a:solidFill>
                <a:latin typeface="Tahoma"/>
                <a:cs typeface="Tahoma"/>
              </a:rPr>
              <a:t>9</a:t>
            </a:r>
            <a:endParaRPr sz="1700">
              <a:latin typeface="Tahoma"/>
              <a:cs typeface="Tahoma"/>
            </a:endParaRPr>
          </a:p>
        </p:txBody>
      </p:sp>
      <p:sp>
        <p:nvSpPr>
          <p:cNvPr id="21" name="object 21"/>
          <p:cNvSpPr txBox="1">
            <a:spLocks noGrp="1"/>
          </p:cNvSpPr>
          <p:nvPr>
            <p:ph type="title"/>
          </p:nvPr>
        </p:nvSpPr>
        <p:spPr>
          <a:prstGeom prst="rect">
            <a:avLst/>
          </a:prstGeom>
        </p:spPr>
        <p:txBody>
          <a:bodyPr vert="horz" wrap="square" lIns="0" tIns="12700" rIns="0" bIns="0" rtlCol="0">
            <a:spAutoFit/>
          </a:bodyPr>
          <a:lstStyle/>
          <a:p>
            <a:pPr marL="3227070">
              <a:lnSpc>
                <a:spcPct val="100000"/>
              </a:lnSpc>
              <a:spcBef>
                <a:spcPts val="100"/>
              </a:spcBef>
            </a:pPr>
            <a:r>
              <a:rPr spc="-10" dirty="0"/>
              <a:t>INTRODUCTION</a:t>
            </a:r>
          </a:p>
        </p:txBody>
      </p:sp>
      <p:sp>
        <p:nvSpPr>
          <p:cNvPr id="25" name="Rectangle 1">
            <a:extLst>
              <a:ext uri="{FF2B5EF4-FFF2-40B4-BE49-F238E27FC236}">
                <a16:creationId xmlns:a16="http://schemas.microsoft.com/office/drawing/2014/main" id="{486CBE4B-F2DA-ABA2-0D16-0C78B1A39E77}"/>
              </a:ext>
            </a:extLst>
          </p:cNvPr>
          <p:cNvSpPr>
            <a:spLocks noChangeArrowheads="1"/>
          </p:cNvSpPr>
          <p:nvPr/>
        </p:nvSpPr>
        <p:spPr bwMode="auto">
          <a:xfrm rot="10800000" flipV="1">
            <a:off x="2362199" y="1194102"/>
            <a:ext cx="13950695" cy="81201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indent="-457200" algn="just">
              <a:lnSpc>
                <a:spcPct val="150000"/>
              </a:lnSpc>
              <a:buFont typeface="Arial" panose="020B0604020202020204" pitchFamily="34" charset="0"/>
              <a:buChar char="•"/>
            </a:pPr>
            <a:r>
              <a:rPr lang="en-US" sz="3200" b="1" dirty="0">
                <a:latin typeface="Times New Roman" pitchFamily="18" charset="0"/>
                <a:cs typeface="Times New Roman" pitchFamily="18" charset="0"/>
              </a:rPr>
              <a:t>Ticket Booking System</a:t>
            </a:r>
            <a:r>
              <a:rPr lang="en-US" sz="3200" dirty="0">
                <a:latin typeface="Times New Roman" pitchFamily="18" charset="0"/>
                <a:cs typeface="Times New Roman" pitchFamily="18" charset="0"/>
              </a:rPr>
              <a:t> is a web-based application developed using React that allows users to view event details and book tickets online.</a:t>
            </a:r>
          </a:p>
          <a:p>
            <a:pPr marL="457200" indent="-457200" algn="just">
              <a:lnSpc>
                <a:spcPct val="150000"/>
              </a:lnSpc>
              <a:buFont typeface="Arial" panose="020B0604020202020204" pitchFamily="34" charset="0"/>
              <a:buChar char="•"/>
            </a:pPr>
            <a:r>
              <a:rPr lang="en-US" sz="3200" dirty="0">
                <a:latin typeface="Times New Roman" pitchFamily="18" charset="0"/>
                <a:cs typeface="Times New Roman" pitchFamily="18" charset="0"/>
              </a:rPr>
              <a:t>It simplifies the process of event registration by providing:</a:t>
            </a:r>
          </a:p>
          <a:p>
            <a:pPr algn="just">
              <a:lnSpc>
                <a:spcPct val="150000"/>
              </a:lnSpc>
            </a:pPr>
            <a:r>
              <a:rPr lang="en-US" sz="3200" dirty="0">
                <a:latin typeface="Times New Roman" pitchFamily="18" charset="0"/>
                <a:cs typeface="Times New Roman" pitchFamily="18" charset="0"/>
              </a:rPr>
              <a:t>             Real-time ticket availability </a:t>
            </a:r>
          </a:p>
          <a:p>
            <a:pPr algn="just">
              <a:lnSpc>
                <a:spcPct val="150000"/>
              </a:lnSpc>
            </a:pPr>
            <a:r>
              <a:rPr lang="en-US" sz="3200" dirty="0">
                <a:latin typeface="Times New Roman" pitchFamily="18" charset="0"/>
                <a:cs typeface="Times New Roman" pitchFamily="18" charset="0"/>
              </a:rPr>
              <a:t>             Easy booking interface </a:t>
            </a:r>
          </a:p>
          <a:p>
            <a:pPr algn="just">
              <a:lnSpc>
                <a:spcPct val="150000"/>
              </a:lnSpc>
            </a:pPr>
            <a:r>
              <a:rPr lang="en-US" sz="3200" dirty="0">
                <a:latin typeface="Times New Roman" pitchFamily="18" charset="0"/>
                <a:cs typeface="Times New Roman" pitchFamily="18" charset="0"/>
              </a:rPr>
              <a:t>             Instant confirmation </a:t>
            </a:r>
          </a:p>
          <a:p>
            <a:pPr marL="457200" indent="-457200" algn="just">
              <a:lnSpc>
                <a:spcPct val="150000"/>
              </a:lnSpc>
              <a:buFont typeface="Arial" panose="020B0604020202020204" pitchFamily="34" charset="0"/>
              <a:buChar char="•"/>
            </a:pPr>
            <a:r>
              <a:rPr lang="en-US" sz="3200" dirty="0">
                <a:latin typeface="Times New Roman" pitchFamily="18" charset="0"/>
                <a:cs typeface="Times New Roman" pitchFamily="18" charset="0"/>
              </a:rPr>
              <a:t>This system is designed for internal department events such as:</a:t>
            </a:r>
          </a:p>
          <a:p>
            <a:pPr algn="just">
              <a:lnSpc>
                <a:spcPct val="150000"/>
              </a:lnSpc>
            </a:pPr>
            <a:r>
              <a:rPr lang="en-US" sz="3200" dirty="0">
                <a:latin typeface="Times New Roman" pitchFamily="18" charset="0"/>
                <a:cs typeface="Times New Roman" pitchFamily="18" charset="0"/>
              </a:rPr>
              <a:t>             Technical fests </a:t>
            </a:r>
          </a:p>
          <a:p>
            <a:pPr algn="just">
              <a:lnSpc>
                <a:spcPct val="150000"/>
              </a:lnSpc>
            </a:pPr>
            <a:r>
              <a:rPr lang="en-US" sz="3200" dirty="0">
                <a:latin typeface="Times New Roman" pitchFamily="18" charset="0"/>
                <a:cs typeface="Times New Roman" pitchFamily="18" charset="0"/>
              </a:rPr>
              <a:t>             Seminars </a:t>
            </a:r>
          </a:p>
          <a:p>
            <a:pPr algn="just">
              <a:lnSpc>
                <a:spcPct val="150000"/>
              </a:lnSpc>
            </a:pPr>
            <a:r>
              <a:rPr lang="en-US" sz="3200" dirty="0">
                <a:latin typeface="Times New Roman" pitchFamily="18" charset="0"/>
                <a:cs typeface="Times New Roman" pitchFamily="18" charset="0"/>
              </a:rPr>
              <a:t>             Workshops</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312895" y="909827"/>
            <a:ext cx="946403" cy="237744"/>
          </a:xfrm>
          <a:prstGeom prst="rect">
            <a:avLst/>
          </a:prstGeom>
        </p:spPr>
      </p:pic>
      <p:sp>
        <p:nvSpPr>
          <p:cNvPr id="3" name="object 3"/>
          <p:cNvSpPr/>
          <p:nvPr/>
        </p:nvSpPr>
        <p:spPr>
          <a:xfrm>
            <a:off x="708659" y="2648711"/>
            <a:ext cx="993775" cy="992505"/>
          </a:xfrm>
          <a:custGeom>
            <a:avLst/>
            <a:gdLst/>
            <a:ahLst/>
            <a:cxnLst/>
            <a:rect l="l" t="t" r="r" b="b"/>
            <a:pathLst>
              <a:path w="993775" h="992504">
                <a:moveTo>
                  <a:pt x="496824" y="0"/>
                </a:moveTo>
                <a:lnTo>
                  <a:pt x="448977" y="2271"/>
                </a:lnTo>
                <a:lnTo>
                  <a:pt x="402417" y="8945"/>
                </a:lnTo>
                <a:lnTo>
                  <a:pt x="357351" y="19816"/>
                </a:lnTo>
                <a:lnTo>
                  <a:pt x="313989" y="34673"/>
                </a:lnTo>
                <a:lnTo>
                  <a:pt x="272538" y="53311"/>
                </a:lnTo>
                <a:lnTo>
                  <a:pt x="233207" y="75520"/>
                </a:lnTo>
                <a:lnTo>
                  <a:pt x="196203" y="101093"/>
                </a:lnTo>
                <a:lnTo>
                  <a:pt x="161736" y="129821"/>
                </a:lnTo>
                <a:lnTo>
                  <a:pt x="130012" y="161497"/>
                </a:lnTo>
                <a:lnTo>
                  <a:pt x="101241" y="195912"/>
                </a:lnTo>
                <a:lnTo>
                  <a:pt x="75630" y="232860"/>
                </a:lnTo>
                <a:lnTo>
                  <a:pt x="53388" y="272131"/>
                </a:lnTo>
                <a:lnTo>
                  <a:pt x="34724" y="313517"/>
                </a:lnTo>
                <a:lnTo>
                  <a:pt x="19844" y="356812"/>
                </a:lnTo>
                <a:lnTo>
                  <a:pt x="8958" y="401806"/>
                </a:lnTo>
                <a:lnTo>
                  <a:pt x="2274" y="448292"/>
                </a:lnTo>
                <a:lnTo>
                  <a:pt x="0" y="496062"/>
                </a:lnTo>
                <a:lnTo>
                  <a:pt x="2274" y="543831"/>
                </a:lnTo>
                <a:lnTo>
                  <a:pt x="8958" y="590317"/>
                </a:lnTo>
                <a:lnTo>
                  <a:pt x="19844" y="635311"/>
                </a:lnTo>
                <a:lnTo>
                  <a:pt x="34724" y="678606"/>
                </a:lnTo>
                <a:lnTo>
                  <a:pt x="53388" y="719992"/>
                </a:lnTo>
                <a:lnTo>
                  <a:pt x="75630" y="759263"/>
                </a:lnTo>
                <a:lnTo>
                  <a:pt x="101241" y="796211"/>
                </a:lnTo>
                <a:lnTo>
                  <a:pt x="130012" y="830626"/>
                </a:lnTo>
                <a:lnTo>
                  <a:pt x="161736" y="862302"/>
                </a:lnTo>
                <a:lnTo>
                  <a:pt x="196203" y="891030"/>
                </a:lnTo>
                <a:lnTo>
                  <a:pt x="233207" y="916603"/>
                </a:lnTo>
                <a:lnTo>
                  <a:pt x="272538" y="938812"/>
                </a:lnTo>
                <a:lnTo>
                  <a:pt x="313989" y="957450"/>
                </a:lnTo>
                <a:lnTo>
                  <a:pt x="357351" y="972307"/>
                </a:lnTo>
                <a:lnTo>
                  <a:pt x="402417" y="983178"/>
                </a:lnTo>
                <a:lnTo>
                  <a:pt x="448977" y="989852"/>
                </a:lnTo>
                <a:lnTo>
                  <a:pt x="496824" y="992124"/>
                </a:lnTo>
                <a:lnTo>
                  <a:pt x="544680" y="989852"/>
                </a:lnTo>
                <a:lnTo>
                  <a:pt x="591248" y="983178"/>
                </a:lnTo>
                <a:lnTo>
                  <a:pt x="636318" y="972307"/>
                </a:lnTo>
                <a:lnTo>
                  <a:pt x="679684" y="957450"/>
                </a:lnTo>
                <a:lnTo>
                  <a:pt x="721137" y="938812"/>
                </a:lnTo>
                <a:lnTo>
                  <a:pt x="760468" y="916603"/>
                </a:lnTo>
                <a:lnTo>
                  <a:pt x="797471" y="891030"/>
                </a:lnTo>
                <a:lnTo>
                  <a:pt x="831937" y="862302"/>
                </a:lnTo>
                <a:lnTo>
                  <a:pt x="863657" y="830626"/>
                </a:lnTo>
                <a:lnTo>
                  <a:pt x="892425" y="796211"/>
                </a:lnTo>
                <a:lnTo>
                  <a:pt x="918032" y="759263"/>
                </a:lnTo>
                <a:lnTo>
                  <a:pt x="940270" y="719992"/>
                </a:lnTo>
                <a:lnTo>
                  <a:pt x="958931" y="678606"/>
                </a:lnTo>
                <a:lnTo>
                  <a:pt x="973808" y="635311"/>
                </a:lnTo>
                <a:lnTo>
                  <a:pt x="984691" y="590317"/>
                </a:lnTo>
                <a:lnTo>
                  <a:pt x="991374" y="543831"/>
                </a:lnTo>
                <a:lnTo>
                  <a:pt x="993647" y="496062"/>
                </a:lnTo>
                <a:lnTo>
                  <a:pt x="991374" y="448292"/>
                </a:lnTo>
                <a:lnTo>
                  <a:pt x="984691" y="401806"/>
                </a:lnTo>
                <a:lnTo>
                  <a:pt x="973808" y="356812"/>
                </a:lnTo>
                <a:lnTo>
                  <a:pt x="958931" y="313517"/>
                </a:lnTo>
                <a:lnTo>
                  <a:pt x="940270" y="272131"/>
                </a:lnTo>
                <a:lnTo>
                  <a:pt x="918032" y="232860"/>
                </a:lnTo>
                <a:lnTo>
                  <a:pt x="892425" y="195912"/>
                </a:lnTo>
                <a:lnTo>
                  <a:pt x="863657" y="161497"/>
                </a:lnTo>
                <a:lnTo>
                  <a:pt x="831937" y="129821"/>
                </a:lnTo>
                <a:lnTo>
                  <a:pt x="797471" y="101093"/>
                </a:lnTo>
                <a:lnTo>
                  <a:pt x="760468" y="75520"/>
                </a:lnTo>
                <a:lnTo>
                  <a:pt x="721137" y="53311"/>
                </a:lnTo>
                <a:lnTo>
                  <a:pt x="679684" y="34673"/>
                </a:lnTo>
                <a:lnTo>
                  <a:pt x="636318" y="19816"/>
                </a:lnTo>
                <a:lnTo>
                  <a:pt x="591248" y="8945"/>
                </a:lnTo>
                <a:lnTo>
                  <a:pt x="544680" y="2271"/>
                </a:lnTo>
                <a:lnTo>
                  <a:pt x="496824" y="0"/>
                </a:lnTo>
                <a:close/>
              </a:path>
            </a:pathLst>
          </a:custGeom>
          <a:solidFill>
            <a:srgbClr val="FC611F"/>
          </a:solidFill>
        </p:spPr>
        <p:txBody>
          <a:bodyPr wrap="square" lIns="0" tIns="0" rIns="0" bIns="0" rtlCol="0"/>
          <a:lstStyle/>
          <a:p>
            <a:endParaRPr/>
          </a:p>
        </p:txBody>
      </p:sp>
      <p:sp>
        <p:nvSpPr>
          <p:cNvPr id="4" name="object 4"/>
          <p:cNvSpPr txBox="1"/>
          <p:nvPr/>
        </p:nvSpPr>
        <p:spPr>
          <a:xfrm>
            <a:off x="1089761" y="2875228"/>
            <a:ext cx="231140" cy="437515"/>
          </a:xfrm>
          <a:prstGeom prst="rect">
            <a:avLst/>
          </a:prstGeom>
        </p:spPr>
        <p:txBody>
          <a:bodyPr vert="horz" wrap="square" lIns="0" tIns="12700" rIns="0" bIns="0" rtlCol="0">
            <a:spAutoFit/>
          </a:bodyPr>
          <a:lstStyle/>
          <a:p>
            <a:pPr marL="12700">
              <a:lnSpc>
                <a:spcPct val="100000"/>
              </a:lnSpc>
              <a:spcBef>
                <a:spcPts val="100"/>
              </a:spcBef>
            </a:pPr>
            <a:r>
              <a:rPr sz="2700" spc="80" dirty="0">
                <a:solidFill>
                  <a:srgbClr val="FFFDFD"/>
                </a:solidFill>
                <a:latin typeface="Tahoma"/>
                <a:cs typeface="Tahoma"/>
              </a:rPr>
              <a:t>2</a:t>
            </a:r>
            <a:endParaRPr sz="2700">
              <a:latin typeface="Tahoma"/>
              <a:cs typeface="Tahoma"/>
            </a:endParaRPr>
          </a:p>
        </p:txBody>
      </p:sp>
      <p:sp>
        <p:nvSpPr>
          <p:cNvPr id="5" name="object 5"/>
          <p:cNvSpPr/>
          <p:nvPr/>
        </p:nvSpPr>
        <p:spPr>
          <a:xfrm>
            <a:off x="950975" y="4428744"/>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3"/>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7"/>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3"/>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6" name="object 6"/>
          <p:cNvSpPr txBox="1"/>
          <p:nvPr/>
        </p:nvSpPr>
        <p:spPr>
          <a:xfrm>
            <a:off x="1119632" y="4539233"/>
            <a:ext cx="170815" cy="285115"/>
          </a:xfrm>
          <a:prstGeom prst="rect">
            <a:avLst/>
          </a:prstGeom>
        </p:spPr>
        <p:txBody>
          <a:bodyPr vert="horz" wrap="square" lIns="0" tIns="13335" rIns="0" bIns="0" rtlCol="0">
            <a:spAutoFit/>
          </a:bodyPr>
          <a:lstStyle/>
          <a:p>
            <a:pPr marL="12700">
              <a:lnSpc>
                <a:spcPct val="100000"/>
              </a:lnSpc>
              <a:spcBef>
                <a:spcPts val="105"/>
              </a:spcBef>
            </a:pPr>
            <a:r>
              <a:rPr sz="1700" spc="160" dirty="0">
                <a:solidFill>
                  <a:srgbClr val="181818"/>
                </a:solidFill>
                <a:latin typeface="Tahoma"/>
                <a:cs typeface="Tahoma"/>
              </a:rPr>
              <a:t>4</a:t>
            </a:r>
            <a:endParaRPr sz="1700">
              <a:latin typeface="Tahoma"/>
              <a:cs typeface="Tahoma"/>
            </a:endParaRPr>
          </a:p>
        </p:txBody>
      </p:sp>
      <p:sp>
        <p:nvSpPr>
          <p:cNvPr id="7" name="object 7"/>
          <p:cNvSpPr/>
          <p:nvPr/>
        </p:nvSpPr>
        <p:spPr>
          <a:xfrm>
            <a:off x="950975" y="1982723"/>
            <a:ext cx="509270" cy="544195"/>
          </a:xfrm>
          <a:custGeom>
            <a:avLst/>
            <a:gdLst/>
            <a:ahLst/>
            <a:cxnLst/>
            <a:rect l="l" t="t" r="r" b="b"/>
            <a:pathLst>
              <a:path w="509269" h="544194">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3"/>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8"/>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3"/>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8" name="object 8"/>
          <p:cNvSpPr txBox="1"/>
          <p:nvPr/>
        </p:nvSpPr>
        <p:spPr>
          <a:xfrm>
            <a:off x="1153160" y="2092833"/>
            <a:ext cx="102870" cy="285115"/>
          </a:xfrm>
          <a:prstGeom prst="rect">
            <a:avLst/>
          </a:prstGeom>
        </p:spPr>
        <p:txBody>
          <a:bodyPr vert="horz" wrap="square" lIns="0" tIns="12700" rIns="0" bIns="0" rtlCol="0">
            <a:spAutoFit/>
          </a:bodyPr>
          <a:lstStyle/>
          <a:p>
            <a:pPr marL="12700">
              <a:lnSpc>
                <a:spcPct val="100000"/>
              </a:lnSpc>
              <a:spcBef>
                <a:spcPts val="100"/>
              </a:spcBef>
            </a:pPr>
            <a:r>
              <a:rPr sz="1700" spc="-375" dirty="0">
                <a:solidFill>
                  <a:srgbClr val="181818"/>
                </a:solidFill>
                <a:latin typeface="Tahoma"/>
                <a:cs typeface="Tahoma"/>
              </a:rPr>
              <a:t>1</a:t>
            </a:r>
            <a:endParaRPr sz="1700">
              <a:latin typeface="Tahoma"/>
              <a:cs typeface="Tahoma"/>
            </a:endParaRPr>
          </a:p>
        </p:txBody>
      </p:sp>
      <p:sp>
        <p:nvSpPr>
          <p:cNvPr id="9" name="object 9"/>
          <p:cNvSpPr/>
          <p:nvPr/>
        </p:nvSpPr>
        <p:spPr>
          <a:xfrm>
            <a:off x="950975" y="5094732"/>
            <a:ext cx="509270" cy="542925"/>
          </a:xfrm>
          <a:custGeom>
            <a:avLst/>
            <a:gdLst/>
            <a:ahLst/>
            <a:cxnLst/>
            <a:rect l="l" t="t" r="r" b="b"/>
            <a:pathLst>
              <a:path w="509269" h="542925">
                <a:moveTo>
                  <a:pt x="254508" y="0"/>
                </a:moveTo>
                <a:lnTo>
                  <a:pt x="208759" y="4369"/>
                </a:lnTo>
                <a:lnTo>
                  <a:pt x="165700" y="16966"/>
                </a:lnTo>
                <a:lnTo>
                  <a:pt x="126051" y="37027"/>
                </a:lnTo>
                <a:lnTo>
                  <a:pt x="90530" y="63786"/>
                </a:lnTo>
                <a:lnTo>
                  <a:pt x="59856" y="96478"/>
                </a:lnTo>
                <a:lnTo>
                  <a:pt x="34747" y="134337"/>
                </a:lnTo>
                <a:lnTo>
                  <a:pt x="15922" y="176600"/>
                </a:lnTo>
                <a:lnTo>
                  <a:pt x="4100" y="222499"/>
                </a:lnTo>
                <a:lnTo>
                  <a:pt x="0" y="271271"/>
                </a:lnTo>
                <a:lnTo>
                  <a:pt x="4100" y="320044"/>
                </a:lnTo>
                <a:lnTo>
                  <a:pt x="15922" y="365943"/>
                </a:lnTo>
                <a:lnTo>
                  <a:pt x="34747" y="408206"/>
                </a:lnTo>
                <a:lnTo>
                  <a:pt x="59856" y="446065"/>
                </a:lnTo>
                <a:lnTo>
                  <a:pt x="90530" y="478757"/>
                </a:lnTo>
                <a:lnTo>
                  <a:pt x="126051" y="505516"/>
                </a:lnTo>
                <a:lnTo>
                  <a:pt x="165700" y="525577"/>
                </a:lnTo>
                <a:lnTo>
                  <a:pt x="208759" y="538174"/>
                </a:lnTo>
                <a:lnTo>
                  <a:pt x="254508" y="542543"/>
                </a:lnTo>
                <a:lnTo>
                  <a:pt x="300263" y="538174"/>
                </a:lnTo>
                <a:lnTo>
                  <a:pt x="343325" y="525577"/>
                </a:lnTo>
                <a:lnTo>
                  <a:pt x="382975" y="505516"/>
                </a:lnTo>
                <a:lnTo>
                  <a:pt x="418495" y="478757"/>
                </a:lnTo>
                <a:lnTo>
                  <a:pt x="449168" y="446065"/>
                </a:lnTo>
                <a:lnTo>
                  <a:pt x="474274" y="408206"/>
                </a:lnTo>
                <a:lnTo>
                  <a:pt x="493096" y="365943"/>
                </a:lnTo>
                <a:lnTo>
                  <a:pt x="504916" y="320044"/>
                </a:lnTo>
                <a:lnTo>
                  <a:pt x="509016" y="271271"/>
                </a:lnTo>
                <a:lnTo>
                  <a:pt x="504916" y="222499"/>
                </a:lnTo>
                <a:lnTo>
                  <a:pt x="493096" y="176600"/>
                </a:lnTo>
                <a:lnTo>
                  <a:pt x="474274" y="134337"/>
                </a:lnTo>
                <a:lnTo>
                  <a:pt x="449168" y="96478"/>
                </a:lnTo>
                <a:lnTo>
                  <a:pt x="418495" y="63786"/>
                </a:lnTo>
                <a:lnTo>
                  <a:pt x="382975" y="37027"/>
                </a:lnTo>
                <a:lnTo>
                  <a:pt x="343325" y="16966"/>
                </a:lnTo>
                <a:lnTo>
                  <a:pt x="300263" y="4369"/>
                </a:lnTo>
                <a:lnTo>
                  <a:pt x="254508" y="0"/>
                </a:lnTo>
                <a:close/>
              </a:path>
            </a:pathLst>
          </a:custGeom>
          <a:ln w="9144">
            <a:solidFill>
              <a:srgbClr val="FC611F"/>
            </a:solidFill>
          </a:ln>
        </p:spPr>
        <p:txBody>
          <a:bodyPr wrap="square" lIns="0" tIns="0" rIns="0" bIns="0" rtlCol="0"/>
          <a:lstStyle/>
          <a:p>
            <a:endParaRPr/>
          </a:p>
        </p:txBody>
      </p:sp>
      <p:sp>
        <p:nvSpPr>
          <p:cNvPr id="10" name="object 10"/>
          <p:cNvSpPr txBox="1"/>
          <p:nvPr/>
        </p:nvSpPr>
        <p:spPr>
          <a:xfrm>
            <a:off x="1125727" y="5204840"/>
            <a:ext cx="158115" cy="285115"/>
          </a:xfrm>
          <a:prstGeom prst="rect">
            <a:avLst/>
          </a:prstGeom>
        </p:spPr>
        <p:txBody>
          <a:bodyPr vert="horz" wrap="square" lIns="0" tIns="13335" rIns="0" bIns="0" rtlCol="0">
            <a:spAutoFit/>
          </a:bodyPr>
          <a:lstStyle/>
          <a:p>
            <a:pPr marL="12700">
              <a:lnSpc>
                <a:spcPct val="100000"/>
              </a:lnSpc>
              <a:spcBef>
                <a:spcPts val="105"/>
              </a:spcBef>
            </a:pPr>
            <a:r>
              <a:rPr sz="1700" spc="60" dirty="0">
                <a:solidFill>
                  <a:srgbClr val="181818"/>
                </a:solidFill>
                <a:latin typeface="Tahoma"/>
                <a:cs typeface="Tahoma"/>
              </a:rPr>
              <a:t>5</a:t>
            </a:r>
            <a:endParaRPr sz="1700">
              <a:latin typeface="Tahoma"/>
              <a:cs typeface="Tahoma"/>
            </a:endParaRPr>
          </a:p>
        </p:txBody>
      </p:sp>
      <p:sp>
        <p:nvSpPr>
          <p:cNvPr id="11" name="object 11"/>
          <p:cNvSpPr/>
          <p:nvPr/>
        </p:nvSpPr>
        <p:spPr>
          <a:xfrm>
            <a:off x="950975" y="3762755"/>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4"/>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8"/>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4"/>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12" name="object 12"/>
          <p:cNvSpPr txBox="1"/>
          <p:nvPr/>
        </p:nvSpPr>
        <p:spPr>
          <a:xfrm>
            <a:off x="1125727" y="3873245"/>
            <a:ext cx="158115" cy="285115"/>
          </a:xfrm>
          <a:prstGeom prst="rect">
            <a:avLst/>
          </a:prstGeom>
        </p:spPr>
        <p:txBody>
          <a:bodyPr vert="horz" wrap="square" lIns="0" tIns="13335" rIns="0" bIns="0" rtlCol="0">
            <a:spAutoFit/>
          </a:bodyPr>
          <a:lstStyle/>
          <a:p>
            <a:pPr marL="12700">
              <a:lnSpc>
                <a:spcPct val="100000"/>
              </a:lnSpc>
              <a:spcBef>
                <a:spcPts val="105"/>
              </a:spcBef>
            </a:pPr>
            <a:r>
              <a:rPr sz="1700" spc="60" dirty="0">
                <a:solidFill>
                  <a:srgbClr val="181818"/>
                </a:solidFill>
                <a:latin typeface="Tahoma"/>
                <a:cs typeface="Tahoma"/>
              </a:rPr>
              <a:t>3</a:t>
            </a:r>
            <a:endParaRPr sz="1700">
              <a:latin typeface="Tahoma"/>
              <a:cs typeface="Tahoma"/>
            </a:endParaRPr>
          </a:p>
        </p:txBody>
      </p:sp>
      <p:sp>
        <p:nvSpPr>
          <p:cNvPr id="13" name="object 13"/>
          <p:cNvSpPr/>
          <p:nvPr/>
        </p:nvSpPr>
        <p:spPr>
          <a:xfrm>
            <a:off x="950975" y="6425184"/>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3"/>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7"/>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3"/>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14" name="object 14"/>
          <p:cNvSpPr txBox="1"/>
          <p:nvPr/>
        </p:nvSpPr>
        <p:spPr>
          <a:xfrm>
            <a:off x="1127252" y="6536563"/>
            <a:ext cx="154940" cy="285115"/>
          </a:xfrm>
          <a:prstGeom prst="rect">
            <a:avLst/>
          </a:prstGeom>
        </p:spPr>
        <p:txBody>
          <a:bodyPr vert="horz" wrap="square" lIns="0" tIns="13335" rIns="0" bIns="0" rtlCol="0">
            <a:spAutoFit/>
          </a:bodyPr>
          <a:lstStyle/>
          <a:p>
            <a:pPr marL="12700">
              <a:lnSpc>
                <a:spcPct val="100000"/>
              </a:lnSpc>
              <a:spcBef>
                <a:spcPts val="105"/>
              </a:spcBef>
            </a:pPr>
            <a:r>
              <a:rPr sz="1700" spc="30" dirty="0">
                <a:solidFill>
                  <a:srgbClr val="181818"/>
                </a:solidFill>
                <a:latin typeface="Tahoma"/>
                <a:cs typeface="Tahoma"/>
              </a:rPr>
              <a:t>7</a:t>
            </a:r>
            <a:endParaRPr sz="1700">
              <a:latin typeface="Tahoma"/>
              <a:cs typeface="Tahoma"/>
            </a:endParaRPr>
          </a:p>
        </p:txBody>
      </p:sp>
      <p:sp>
        <p:nvSpPr>
          <p:cNvPr id="15" name="object 15"/>
          <p:cNvSpPr/>
          <p:nvPr/>
        </p:nvSpPr>
        <p:spPr>
          <a:xfrm>
            <a:off x="950975" y="5759196"/>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3"/>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7"/>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3"/>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16" name="object 16"/>
          <p:cNvSpPr txBox="1"/>
          <p:nvPr/>
        </p:nvSpPr>
        <p:spPr>
          <a:xfrm>
            <a:off x="1122680" y="5870828"/>
            <a:ext cx="165735" cy="285115"/>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6</a:t>
            </a:r>
            <a:endParaRPr sz="1700">
              <a:latin typeface="Tahoma"/>
              <a:cs typeface="Tahoma"/>
            </a:endParaRPr>
          </a:p>
        </p:txBody>
      </p:sp>
      <p:sp>
        <p:nvSpPr>
          <p:cNvPr id="17" name="object 17"/>
          <p:cNvSpPr/>
          <p:nvPr/>
        </p:nvSpPr>
        <p:spPr>
          <a:xfrm>
            <a:off x="950975" y="7092695"/>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3"/>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7"/>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3"/>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18" name="object 18"/>
          <p:cNvSpPr/>
          <p:nvPr/>
        </p:nvSpPr>
        <p:spPr>
          <a:xfrm>
            <a:off x="950975" y="7760207"/>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4"/>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8"/>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4"/>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19" name="object 19"/>
          <p:cNvSpPr txBox="1"/>
          <p:nvPr/>
        </p:nvSpPr>
        <p:spPr>
          <a:xfrm>
            <a:off x="1122680" y="7204329"/>
            <a:ext cx="165735" cy="953135"/>
          </a:xfrm>
          <a:prstGeom prst="rect">
            <a:avLst/>
          </a:prstGeom>
        </p:spPr>
        <p:txBody>
          <a:bodyPr vert="horz" wrap="square" lIns="0" tIns="12700" rIns="0" bIns="0" rtlCol="0">
            <a:spAutoFit/>
          </a:bodyPr>
          <a:lstStyle/>
          <a:p>
            <a:pPr marL="13970">
              <a:lnSpc>
                <a:spcPct val="100000"/>
              </a:lnSpc>
              <a:spcBef>
                <a:spcPts val="100"/>
              </a:spcBef>
            </a:pPr>
            <a:r>
              <a:rPr sz="1700" spc="95" dirty="0">
                <a:solidFill>
                  <a:srgbClr val="181818"/>
                </a:solidFill>
                <a:latin typeface="Tahoma"/>
                <a:cs typeface="Tahoma"/>
              </a:rPr>
              <a:t>8</a:t>
            </a:r>
            <a:endParaRPr sz="1700">
              <a:latin typeface="Tahoma"/>
              <a:cs typeface="Tahoma"/>
            </a:endParaRPr>
          </a:p>
          <a:p>
            <a:pPr>
              <a:lnSpc>
                <a:spcPct val="100000"/>
              </a:lnSpc>
              <a:spcBef>
                <a:spcPts val="1170"/>
              </a:spcBef>
            </a:pPr>
            <a:endParaRPr sz="1700">
              <a:latin typeface="Tahoma"/>
              <a:cs typeface="Tahoma"/>
            </a:endParaRPr>
          </a:p>
          <a:p>
            <a:pPr marL="12700">
              <a:lnSpc>
                <a:spcPct val="100000"/>
              </a:lnSpc>
            </a:pPr>
            <a:r>
              <a:rPr sz="1700" spc="125" dirty="0">
                <a:solidFill>
                  <a:srgbClr val="181818"/>
                </a:solidFill>
                <a:latin typeface="Tahoma"/>
                <a:cs typeface="Tahoma"/>
              </a:rPr>
              <a:t>9</a:t>
            </a:r>
            <a:endParaRPr sz="1700">
              <a:latin typeface="Tahoma"/>
              <a:cs typeface="Tahoma"/>
            </a:endParaRPr>
          </a:p>
        </p:txBody>
      </p:sp>
      <p:sp>
        <p:nvSpPr>
          <p:cNvPr id="20" name="object 20"/>
          <p:cNvSpPr txBox="1">
            <a:spLocks noGrp="1"/>
          </p:cNvSpPr>
          <p:nvPr>
            <p:ph type="title"/>
          </p:nvPr>
        </p:nvSpPr>
        <p:spPr>
          <a:prstGeom prst="rect">
            <a:avLst/>
          </a:prstGeom>
        </p:spPr>
        <p:txBody>
          <a:bodyPr vert="horz" wrap="square" lIns="0" tIns="12700" rIns="0" bIns="0" rtlCol="0">
            <a:spAutoFit/>
          </a:bodyPr>
          <a:lstStyle/>
          <a:p>
            <a:pPr marL="2065655">
              <a:lnSpc>
                <a:spcPct val="100000"/>
              </a:lnSpc>
              <a:spcBef>
                <a:spcPts val="100"/>
              </a:spcBef>
            </a:pPr>
            <a:r>
              <a:rPr dirty="0"/>
              <a:t>PROBLEM</a:t>
            </a:r>
            <a:r>
              <a:rPr spc="-20" dirty="0"/>
              <a:t> </a:t>
            </a:r>
            <a:r>
              <a:rPr spc="-75" dirty="0"/>
              <a:t>STATEMENT</a:t>
            </a:r>
          </a:p>
        </p:txBody>
      </p:sp>
      <p:sp>
        <p:nvSpPr>
          <p:cNvPr id="23" name="TextBox 22">
            <a:extLst>
              <a:ext uri="{FF2B5EF4-FFF2-40B4-BE49-F238E27FC236}">
                <a16:creationId xmlns:a16="http://schemas.microsoft.com/office/drawing/2014/main" id="{59F519A9-379C-50D4-981B-97F25580AF2C}"/>
              </a:ext>
            </a:extLst>
          </p:cNvPr>
          <p:cNvSpPr txBox="1"/>
          <p:nvPr/>
        </p:nvSpPr>
        <p:spPr>
          <a:xfrm>
            <a:off x="2209800" y="1982723"/>
            <a:ext cx="14103094" cy="6365845"/>
          </a:xfrm>
          <a:prstGeom prst="rect">
            <a:avLst/>
          </a:prstGeom>
          <a:noFill/>
        </p:spPr>
        <p:txBody>
          <a:bodyPr wrap="square">
            <a:spAutoFit/>
          </a:bodyPr>
          <a:lstStyle/>
          <a:p>
            <a:pPr marL="457200" indent="-457200" algn="just">
              <a:lnSpc>
                <a:spcPct val="150000"/>
              </a:lnSpc>
              <a:buFont typeface="Arial" panose="020B0604020202020204" pitchFamily="34" charset="0"/>
              <a:buChar char="•"/>
            </a:pPr>
            <a:r>
              <a:rPr lang="en-US" sz="3200" dirty="0">
                <a:latin typeface="Times New Roman" pitchFamily="18" charset="0"/>
                <a:cs typeface="Times New Roman" pitchFamily="18" charset="0"/>
              </a:rPr>
              <a:t>Traditional ticket booking methods face several issues:</a:t>
            </a:r>
          </a:p>
          <a:p>
            <a:pPr marL="457200" indent="-457200" algn="just">
              <a:lnSpc>
                <a:spcPct val="150000"/>
              </a:lnSpc>
              <a:buFont typeface="Arial" panose="020B0604020202020204" pitchFamily="34" charset="0"/>
              <a:buChar char="•"/>
            </a:pPr>
            <a:r>
              <a:rPr lang="en-US" sz="3200" dirty="0">
                <a:latin typeface="Times New Roman" pitchFamily="18" charset="0"/>
                <a:cs typeface="Times New Roman" pitchFamily="18" charset="0"/>
              </a:rPr>
              <a:t>Manual registration is time-consuming </a:t>
            </a:r>
          </a:p>
          <a:p>
            <a:pPr marL="457200" indent="-457200" algn="just">
              <a:lnSpc>
                <a:spcPct val="150000"/>
              </a:lnSpc>
              <a:buFont typeface="Arial" panose="020B0604020202020204" pitchFamily="34" charset="0"/>
              <a:buChar char="•"/>
            </a:pPr>
            <a:r>
              <a:rPr lang="en-US" sz="3200" dirty="0">
                <a:latin typeface="Times New Roman" pitchFamily="18" charset="0"/>
                <a:cs typeface="Times New Roman" pitchFamily="18" charset="0"/>
              </a:rPr>
              <a:t>No real-time tracking of ticket availability </a:t>
            </a:r>
          </a:p>
          <a:p>
            <a:pPr marL="457200" indent="-457200" algn="just">
              <a:lnSpc>
                <a:spcPct val="150000"/>
              </a:lnSpc>
              <a:buFont typeface="Arial" panose="020B0604020202020204" pitchFamily="34" charset="0"/>
              <a:buChar char="•"/>
            </a:pPr>
            <a:r>
              <a:rPr lang="en-US" sz="3200" dirty="0">
                <a:latin typeface="Times New Roman" pitchFamily="18" charset="0"/>
                <a:cs typeface="Times New Roman" pitchFamily="18" charset="0"/>
              </a:rPr>
              <a:t>Chances of overbooking </a:t>
            </a:r>
          </a:p>
          <a:p>
            <a:pPr marL="457200" indent="-457200" algn="just">
              <a:lnSpc>
                <a:spcPct val="150000"/>
              </a:lnSpc>
              <a:buFont typeface="Arial" panose="020B0604020202020204" pitchFamily="34" charset="0"/>
              <a:buChar char="•"/>
            </a:pPr>
            <a:r>
              <a:rPr lang="en-US" sz="3200" dirty="0">
                <a:latin typeface="Times New Roman" pitchFamily="18" charset="0"/>
                <a:cs typeface="Times New Roman" pitchFamily="18" charset="0"/>
              </a:rPr>
              <a:t>Lack of proper validation </a:t>
            </a:r>
          </a:p>
          <a:p>
            <a:pPr marL="457200" indent="-457200" algn="just">
              <a:lnSpc>
                <a:spcPct val="150000"/>
              </a:lnSpc>
              <a:buFont typeface="Arial" panose="020B0604020202020204" pitchFamily="34" charset="0"/>
              <a:buChar char="•"/>
            </a:pPr>
            <a:r>
              <a:rPr lang="en-US" sz="3200" dirty="0">
                <a:latin typeface="Times New Roman" pitchFamily="18" charset="0"/>
                <a:cs typeface="Times New Roman" pitchFamily="18" charset="0"/>
              </a:rPr>
              <a:t>Poor user experience </a:t>
            </a:r>
          </a:p>
          <a:p>
            <a:pPr marL="457200" indent="-457200" algn="just">
              <a:lnSpc>
                <a:spcPct val="150000"/>
              </a:lnSpc>
              <a:buFont typeface="Arial" panose="020B0604020202020204" pitchFamily="34" charset="0"/>
              <a:buChar char="•"/>
            </a:pPr>
            <a:r>
              <a:rPr lang="en-US" sz="3200" dirty="0">
                <a:latin typeface="Times New Roman" pitchFamily="18" charset="0"/>
                <a:cs typeface="Times New Roman" pitchFamily="18" charset="0"/>
              </a:rPr>
              <a:t>There is a need for a </a:t>
            </a:r>
            <a:r>
              <a:rPr lang="en-US" sz="3200" b="1" dirty="0">
                <a:latin typeface="Times New Roman" pitchFamily="18" charset="0"/>
                <a:cs typeface="Times New Roman" pitchFamily="18" charset="0"/>
              </a:rPr>
              <a:t>digital, efficient, and user-friendly system</a:t>
            </a:r>
            <a:r>
              <a:rPr lang="en-US" sz="3200" dirty="0">
                <a:latin typeface="Times New Roman" pitchFamily="18" charset="0"/>
                <a:cs typeface="Times New Roman" pitchFamily="18" charset="0"/>
              </a:rPr>
              <a:t> to handle event ticket booking.</a:t>
            </a:r>
          </a:p>
          <a:p>
            <a:pPr algn="just">
              <a:lnSpc>
                <a:spcPct val="150000"/>
              </a:lnSpc>
              <a:buFont typeface="Arial" panose="020B0604020202020204" pitchFamily="34" charset="0"/>
              <a:buChar char="•"/>
            </a:pPr>
            <a:endParaRPr lang="en-US"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08659" y="3316223"/>
            <a:ext cx="993775" cy="992505"/>
          </a:xfrm>
          <a:custGeom>
            <a:avLst/>
            <a:gdLst/>
            <a:ahLst/>
            <a:cxnLst/>
            <a:rect l="l" t="t" r="r" b="b"/>
            <a:pathLst>
              <a:path w="993775" h="992504">
                <a:moveTo>
                  <a:pt x="496824" y="0"/>
                </a:moveTo>
                <a:lnTo>
                  <a:pt x="448977" y="2271"/>
                </a:lnTo>
                <a:lnTo>
                  <a:pt x="402417" y="8945"/>
                </a:lnTo>
                <a:lnTo>
                  <a:pt x="357351" y="19816"/>
                </a:lnTo>
                <a:lnTo>
                  <a:pt x="313989" y="34673"/>
                </a:lnTo>
                <a:lnTo>
                  <a:pt x="272538" y="53311"/>
                </a:lnTo>
                <a:lnTo>
                  <a:pt x="233207" y="75520"/>
                </a:lnTo>
                <a:lnTo>
                  <a:pt x="196203" y="101093"/>
                </a:lnTo>
                <a:lnTo>
                  <a:pt x="161736" y="129821"/>
                </a:lnTo>
                <a:lnTo>
                  <a:pt x="130012" y="161497"/>
                </a:lnTo>
                <a:lnTo>
                  <a:pt x="101241" y="195912"/>
                </a:lnTo>
                <a:lnTo>
                  <a:pt x="75630" y="232860"/>
                </a:lnTo>
                <a:lnTo>
                  <a:pt x="53388" y="272131"/>
                </a:lnTo>
                <a:lnTo>
                  <a:pt x="34724" y="313517"/>
                </a:lnTo>
                <a:lnTo>
                  <a:pt x="19844" y="356812"/>
                </a:lnTo>
                <a:lnTo>
                  <a:pt x="8958" y="401806"/>
                </a:lnTo>
                <a:lnTo>
                  <a:pt x="2274" y="448292"/>
                </a:lnTo>
                <a:lnTo>
                  <a:pt x="0" y="496062"/>
                </a:lnTo>
                <a:lnTo>
                  <a:pt x="2274" y="543831"/>
                </a:lnTo>
                <a:lnTo>
                  <a:pt x="8958" y="590317"/>
                </a:lnTo>
                <a:lnTo>
                  <a:pt x="19844" y="635311"/>
                </a:lnTo>
                <a:lnTo>
                  <a:pt x="34724" y="678606"/>
                </a:lnTo>
                <a:lnTo>
                  <a:pt x="53388" y="719992"/>
                </a:lnTo>
                <a:lnTo>
                  <a:pt x="75630" y="759263"/>
                </a:lnTo>
                <a:lnTo>
                  <a:pt x="101241" y="796211"/>
                </a:lnTo>
                <a:lnTo>
                  <a:pt x="130012" y="830626"/>
                </a:lnTo>
                <a:lnTo>
                  <a:pt x="161736" y="862302"/>
                </a:lnTo>
                <a:lnTo>
                  <a:pt x="196203" y="891030"/>
                </a:lnTo>
                <a:lnTo>
                  <a:pt x="233207" y="916603"/>
                </a:lnTo>
                <a:lnTo>
                  <a:pt x="272538" y="938812"/>
                </a:lnTo>
                <a:lnTo>
                  <a:pt x="313989" y="957450"/>
                </a:lnTo>
                <a:lnTo>
                  <a:pt x="357351" y="972307"/>
                </a:lnTo>
                <a:lnTo>
                  <a:pt x="402417" y="983178"/>
                </a:lnTo>
                <a:lnTo>
                  <a:pt x="448977" y="989852"/>
                </a:lnTo>
                <a:lnTo>
                  <a:pt x="496824" y="992124"/>
                </a:lnTo>
                <a:lnTo>
                  <a:pt x="544680" y="989852"/>
                </a:lnTo>
                <a:lnTo>
                  <a:pt x="591248" y="983178"/>
                </a:lnTo>
                <a:lnTo>
                  <a:pt x="636318" y="972307"/>
                </a:lnTo>
                <a:lnTo>
                  <a:pt x="679684" y="957450"/>
                </a:lnTo>
                <a:lnTo>
                  <a:pt x="721137" y="938812"/>
                </a:lnTo>
                <a:lnTo>
                  <a:pt x="760468" y="916603"/>
                </a:lnTo>
                <a:lnTo>
                  <a:pt x="797471" y="891030"/>
                </a:lnTo>
                <a:lnTo>
                  <a:pt x="831937" y="862302"/>
                </a:lnTo>
                <a:lnTo>
                  <a:pt x="863657" y="830626"/>
                </a:lnTo>
                <a:lnTo>
                  <a:pt x="892425" y="796211"/>
                </a:lnTo>
                <a:lnTo>
                  <a:pt x="918032" y="759263"/>
                </a:lnTo>
                <a:lnTo>
                  <a:pt x="940270" y="719992"/>
                </a:lnTo>
                <a:lnTo>
                  <a:pt x="958931" y="678606"/>
                </a:lnTo>
                <a:lnTo>
                  <a:pt x="973808" y="635311"/>
                </a:lnTo>
                <a:lnTo>
                  <a:pt x="984691" y="590317"/>
                </a:lnTo>
                <a:lnTo>
                  <a:pt x="991374" y="543831"/>
                </a:lnTo>
                <a:lnTo>
                  <a:pt x="993647" y="496062"/>
                </a:lnTo>
                <a:lnTo>
                  <a:pt x="991374" y="448292"/>
                </a:lnTo>
                <a:lnTo>
                  <a:pt x="984691" y="401806"/>
                </a:lnTo>
                <a:lnTo>
                  <a:pt x="973808" y="356812"/>
                </a:lnTo>
                <a:lnTo>
                  <a:pt x="958931" y="313517"/>
                </a:lnTo>
                <a:lnTo>
                  <a:pt x="940270" y="272131"/>
                </a:lnTo>
                <a:lnTo>
                  <a:pt x="918032" y="232860"/>
                </a:lnTo>
                <a:lnTo>
                  <a:pt x="892425" y="195912"/>
                </a:lnTo>
                <a:lnTo>
                  <a:pt x="863657" y="161497"/>
                </a:lnTo>
                <a:lnTo>
                  <a:pt x="831937" y="129821"/>
                </a:lnTo>
                <a:lnTo>
                  <a:pt x="797471" y="101093"/>
                </a:lnTo>
                <a:lnTo>
                  <a:pt x="760468" y="75520"/>
                </a:lnTo>
                <a:lnTo>
                  <a:pt x="721137" y="53311"/>
                </a:lnTo>
                <a:lnTo>
                  <a:pt x="679684" y="34673"/>
                </a:lnTo>
                <a:lnTo>
                  <a:pt x="636318" y="19816"/>
                </a:lnTo>
                <a:lnTo>
                  <a:pt x="591248" y="8945"/>
                </a:lnTo>
                <a:lnTo>
                  <a:pt x="544680" y="2271"/>
                </a:lnTo>
                <a:lnTo>
                  <a:pt x="496824" y="0"/>
                </a:lnTo>
                <a:close/>
              </a:path>
            </a:pathLst>
          </a:custGeom>
          <a:solidFill>
            <a:srgbClr val="FC611F"/>
          </a:solidFill>
        </p:spPr>
        <p:txBody>
          <a:bodyPr wrap="square" lIns="0" tIns="0" rIns="0" bIns="0" rtlCol="0"/>
          <a:lstStyle/>
          <a:p>
            <a:endParaRPr/>
          </a:p>
        </p:txBody>
      </p:sp>
      <p:sp>
        <p:nvSpPr>
          <p:cNvPr id="3" name="object 3"/>
          <p:cNvSpPr txBox="1"/>
          <p:nvPr/>
        </p:nvSpPr>
        <p:spPr>
          <a:xfrm>
            <a:off x="1086713" y="3543427"/>
            <a:ext cx="236220" cy="436880"/>
          </a:xfrm>
          <a:prstGeom prst="rect">
            <a:avLst/>
          </a:prstGeom>
        </p:spPr>
        <p:txBody>
          <a:bodyPr vert="horz" wrap="square" lIns="0" tIns="12700" rIns="0" bIns="0" rtlCol="0">
            <a:spAutoFit/>
          </a:bodyPr>
          <a:lstStyle/>
          <a:p>
            <a:pPr marL="12700">
              <a:lnSpc>
                <a:spcPct val="100000"/>
              </a:lnSpc>
              <a:spcBef>
                <a:spcPts val="100"/>
              </a:spcBef>
            </a:pPr>
            <a:r>
              <a:rPr sz="2700" spc="125" dirty="0">
                <a:solidFill>
                  <a:srgbClr val="FFFDFD"/>
                </a:solidFill>
                <a:latin typeface="Tahoma"/>
                <a:cs typeface="Tahoma"/>
              </a:rPr>
              <a:t>3</a:t>
            </a:r>
            <a:endParaRPr sz="2700">
              <a:latin typeface="Tahoma"/>
              <a:cs typeface="Tahoma"/>
            </a:endParaRPr>
          </a:p>
        </p:txBody>
      </p:sp>
      <p:sp>
        <p:nvSpPr>
          <p:cNvPr id="4" name="object 4"/>
          <p:cNvSpPr/>
          <p:nvPr/>
        </p:nvSpPr>
        <p:spPr>
          <a:xfrm>
            <a:off x="950975" y="4428744"/>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3"/>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7"/>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3"/>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5" name="object 5"/>
          <p:cNvSpPr/>
          <p:nvPr/>
        </p:nvSpPr>
        <p:spPr>
          <a:xfrm>
            <a:off x="950975" y="1982723"/>
            <a:ext cx="509270" cy="544195"/>
          </a:xfrm>
          <a:custGeom>
            <a:avLst/>
            <a:gdLst/>
            <a:ahLst/>
            <a:cxnLst/>
            <a:rect l="l" t="t" r="r" b="b"/>
            <a:pathLst>
              <a:path w="509269" h="544194">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3"/>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8"/>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3"/>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6" name="object 6"/>
          <p:cNvSpPr txBox="1"/>
          <p:nvPr/>
        </p:nvSpPr>
        <p:spPr>
          <a:xfrm>
            <a:off x="1153160" y="2092833"/>
            <a:ext cx="102870" cy="285115"/>
          </a:xfrm>
          <a:prstGeom prst="rect">
            <a:avLst/>
          </a:prstGeom>
        </p:spPr>
        <p:txBody>
          <a:bodyPr vert="horz" wrap="square" lIns="0" tIns="12700" rIns="0" bIns="0" rtlCol="0">
            <a:spAutoFit/>
          </a:bodyPr>
          <a:lstStyle/>
          <a:p>
            <a:pPr marL="12700">
              <a:lnSpc>
                <a:spcPct val="100000"/>
              </a:lnSpc>
              <a:spcBef>
                <a:spcPts val="100"/>
              </a:spcBef>
            </a:pPr>
            <a:r>
              <a:rPr sz="1700" spc="-375" dirty="0">
                <a:solidFill>
                  <a:srgbClr val="181818"/>
                </a:solidFill>
                <a:latin typeface="Tahoma"/>
                <a:cs typeface="Tahoma"/>
              </a:rPr>
              <a:t>1</a:t>
            </a:r>
            <a:endParaRPr sz="1700">
              <a:latin typeface="Tahoma"/>
              <a:cs typeface="Tahoma"/>
            </a:endParaRPr>
          </a:p>
        </p:txBody>
      </p:sp>
      <p:sp>
        <p:nvSpPr>
          <p:cNvPr id="7" name="object 7"/>
          <p:cNvSpPr/>
          <p:nvPr/>
        </p:nvSpPr>
        <p:spPr>
          <a:xfrm>
            <a:off x="950975" y="5094732"/>
            <a:ext cx="509270" cy="542925"/>
          </a:xfrm>
          <a:custGeom>
            <a:avLst/>
            <a:gdLst/>
            <a:ahLst/>
            <a:cxnLst/>
            <a:rect l="l" t="t" r="r" b="b"/>
            <a:pathLst>
              <a:path w="509269" h="542925">
                <a:moveTo>
                  <a:pt x="254508" y="0"/>
                </a:moveTo>
                <a:lnTo>
                  <a:pt x="208759" y="4369"/>
                </a:lnTo>
                <a:lnTo>
                  <a:pt x="165700" y="16966"/>
                </a:lnTo>
                <a:lnTo>
                  <a:pt x="126051" y="37027"/>
                </a:lnTo>
                <a:lnTo>
                  <a:pt x="90530" y="63786"/>
                </a:lnTo>
                <a:lnTo>
                  <a:pt x="59856" y="96478"/>
                </a:lnTo>
                <a:lnTo>
                  <a:pt x="34747" y="134337"/>
                </a:lnTo>
                <a:lnTo>
                  <a:pt x="15922" y="176600"/>
                </a:lnTo>
                <a:lnTo>
                  <a:pt x="4100" y="222499"/>
                </a:lnTo>
                <a:lnTo>
                  <a:pt x="0" y="271271"/>
                </a:lnTo>
                <a:lnTo>
                  <a:pt x="4100" y="320044"/>
                </a:lnTo>
                <a:lnTo>
                  <a:pt x="15922" y="365943"/>
                </a:lnTo>
                <a:lnTo>
                  <a:pt x="34747" y="408206"/>
                </a:lnTo>
                <a:lnTo>
                  <a:pt x="59856" y="446065"/>
                </a:lnTo>
                <a:lnTo>
                  <a:pt x="90530" y="478757"/>
                </a:lnTo>
                <a:lnTo>
                  <a:pt x="126051" y="505516"/>
                </a:lnTo>
                <a:lnTo>
                  <a:pt x="165700" y="525577"/>
                </a:lnTo>
                <a:lnTo>
                  <a:pt x="208759" y="538174"/>
                </a:lnTo>
                <a:lnTo>
                  <a:pt x="254508" y="542543"/>
                </a:lnTo>
                <a:lnTo>
                  <a:pt x="300263" y="538174"/>
                </a:lnTo>
                <a:lnTo>
                  <a:pt x="343325" y="525577"/>
                </a:lnTo>
                <a:lnTo>
                  <a:pt x="382975" y="505516"/>
                </a:lnTo>
                <a:lnTo>
                  <a:pt x="418495" y="478757"/>
                </a:lnTo>
                <a:lnTo>
                  <a:pt x="449168" y="446065"/>
                </a:lnTo>
                <a:lnTo>
                  <a:pt x="474274" y="408206"/>
                </a:lnTo>
                <a:lnTo>
                  <a:pt x="493096" y="365943"/>
                </a:lnTo>
                <a:lnTo>
                  <a:pt x="504916" y="320044"/>
                </a:lnTo>
                <a:lnTo>
                  <a:pt x="509016" y="271271"/>
                </a:lnTo>
                <a:lnTo>
                  <a:pt x="504916" y="222499"/>
                </a:lnTo>
                <a:lnTo>
                  <a:pt x="493096" y="176600"/>
                </a:lnTo>
                <a:lnTo>
                  <a:pt x="474274" y="134337"/>
                </a:lnTo>
                <a:lnTo>
                  <a:pt x="449168" y="96478"/>
                </a:lnTo>
                <a:lnTo>
                  <a:pt x="418495" y="63786"/>
                </a:lnTo>
                <a:lnTo>
                  <a:pt x="382975" y="37027"/>
                </a:lnTo>
                <a:lnTo>
                  <a:pt x="343325" y="16966"/>
                </a:lnTo>
                <a:lnTo>
                  <a:pt x="300263" y="4369"/>
                </a:lnTo>
                <a:lnTo>
                  <a:pt x="254508" y="0"/>
                </a:lnTo>
                <a:close/>
              </a:path>
            </a:pathLst>
          </a:custGeom>
          <a:ln w="9144">
            <a:solidFill>
              <a:srgbClr val="FC611F"/>
            </a:solidFill>
          </a:ln>
        </p:spPr>
        <p:txBody>
          <a:bodyPr wrap="square" lIns="0" tIns="0" rIns="0" bIns="0" rtlCol="0"/>
          <a:lstStyle/>
          <a:p>
            <a:endParaRPr/>
          </a:p>
        </p:txBody>
      </p:sp>
      <p:sp>
        <p:nvSpPr>
          <p:cNvPr id="8" name="object 8"/>
          <p:cNvSpPr/>
          <p:nvPr/>
        </p:nvSpPr>
        <p:spPr>
          <a:xfrm>
            <a:off x="950975" y="2648711"/>
            <a:ext cx="509270" cy="542925"/>
          </a:xfrm>
          <a:custGeom>
            <a:avLst/>
            <a:gdLst/>
            <a:ahLst/>
            <a:cxnLst/>
            <a:rect l="l" t="t" r="r" b="b"/>
            <a:pathLst>
              <a:path w="509269" h="542925">
                <a:moveTo>
                  <a:pt x="254508" y="0"/>
                </a:moveTo>
                <a:lnTo>
                  <a:pt x="208759" y="4369"/>
                </a:lnTo>
                <a:lnTo>
                  <a:pt x="165700" y="16966"/>
                </a:lnTo>
                <a:lnTo>
                  <a:pt x="126051" y="37027"/>
                </a:lnTo>
                <a:lnTo>
                  <a:pt x="90530" y="63786"/>
                </a:lnTo>
                <a:lnTo>
                  <a:pt x="59856" y="96478"/>
                </a:lnTo>
                <a:lnTo>
                  <a:pt x="34747" y="134337"/>
                </a:lnTo>
                <a:lnTo>
                  <a:pt x="15922" y="176600"/>
                </a:lnTo>
                <a:lnTo>
                  <a:pt x="4100" y="222499"/>
                </a:lnTo>
                <a:lnTo>
                  <a:pt x="0" y="271272"/>
                </a:lnTo>
                <a:lnTo>
                  <a:pt x="4100" y="320044"/>
                </a:lnTo>
                <a:lnTo>
                  <a:pt x="15922" y="365943"/>
                </a:lnTo>
                <a:lnTo>
                  <a:pt x="34747" y="408206"/>
                </a:lnTo>
                <a:lnTo>
                  <a:pt x="59856" y="446065"/>
                </a:lnTo>
                <a:lnTo>
                  <a:pt x="90530" y="478757"/>
                </a:lnTo>
                <a:lnTo>
                  <a:pt x="126051" y="505516"/>
                </a:lnTo>
                <a:lnTo>
                  <a:pt x="165700" y="525577"/>
                </a:lnTo>
                <a:lnTo>
                  <a:pt x="208759" y="538174"/>
                </a:lnTo>
                <a:lnTo>
                  <a:pt x="254508" y="542544"/>
                </a:lnTo>
                <a:lnTo>
                  <a:pt x="300263" y="538174"/>
                </a:lnTo>
                <a:lnTo>
                  <a:pt x="343325" y="525577"/>
                </a:lnTo>
                <a:lnTo>
                  <a:pt x="382975" y="505516"/>
                </a:lnTo>
                <a:lnTo>
                  <a:pt x="418495" y="478757"/>
                </a:lnTo>
                <a:lnTo>
                  <a:pt x="449168" y="446065"/>
                </a:lnTo>
                <a:lnTo>
                  <a:pt x="474274" y="408206"/>
                </a:lnTo>
                <a:lnTo>
                  <a:pt x="493096" y="365943"/>
                </a:lnTo>
                <a:lnTo>
                  <a:pt x="504916" y="320044"/>
                </a:lnTo>
                <a:lnTo>
                  <a:pt x="509016" y="271272"/>
                </a:lnTo>
                <a:lnTo>
                  <a:pt x="504916" y="222499"/>
                </a:lnTo>
                <a:lnTo>
                  <a:pt x="493096" y="176600"/>
                </a:lnTo>
                <a:lnTo>
                  <a:pt x="474274" y="134337"/>
                </a:lnTo>
                <a:lnTo>
                  <a:pt x="449168" y="96478"/>
                </a:lnTo>
                <a:lnTo>
                  <a:pt x="418495" y="63786"/>
                </a:lnTo>
                <a:lnTo>
                  <a:pt x="382975" y="37027"/>
                </a:lnTo>
                <a:lnTo>
                  <a:pt x="343325" y="16966"/>
                </a:lnTo>
                <a:lnTo>
                  <a:pt x="300263" y="4369"/>
                </a:lnTo>
                <a:lnTo>
                  <a:pt x="254508" y="0"/>
                </a:lnTo>
                <a:close/>
              </a:path>
            </a:pathLst>
          </a:custGeom>
          <a:ln w="9144">
            <a:solidFill>
              <a:srgbClr val="FC611F"/>
            </a:solidFill>
          </a:ln>
        </p:spPr>
        <p:txBody>
          <a:bodyPr wrap="square" lIns="0" tIns="0" rIns="0" bIns="0" rtlCol="0"/>
          <a:lstStyle/>
          <a:p>
            <a:endParaRPr/>
          </a:p>
        </p:txBody>
      </p:sp>
      <p:sp>
        <p:nvSpPr>
          <p:cNvPr id="9" name="object 9"/>
          <p:cNvSpPr txBox="1"/>
          <p:nvPr/>
        </p:nvSpPr>
        <p:spPr>
          <a:xfrm>
            <a:off x="1127252" y="2758567"/>
            <a:ext cx="155575" cy="285115"/>
          </a:xfrm>
          <a:prstGeom prst="rect">
            <a:avLst/>
          </a:prstGeom>
        </p:spPr>
        <p:txBody>
          <a:bodyPr vert="horz" wrap="square" lIns="0" tIns="12700" rIns="0" bIns="0" rtlCol="0">
            <a:spAutoFit/>
          </a:bodyPr>
          <a:lstStyle/>
          <a:p>
            <a:pPr marL="12700">
              <a:lnSpc>
                <a:spcPct val="100000"/>
              </a:lnSpc>
              <a:spcBef>
                <a:spcPts val="100"/>
              </a:spcBef>
            </a:pPr>
            <a:r>
              <a:rPr sz="1700" spc="40" dirty="0">
                <a:solidFill>
                  <a:srgbClr val="181818"/>
                </a:solidFill>
                <a:latin typeface="Tahoma"/>
                <a:cs typeface="Tahoma"/>
              </a:rPr>
              <a:t>2</a:t>
            </a:r>
            <a:endParaRPr sz="1700">
              <a:latin typeface="Tahoma"/>
              <a:cs typeface="Tahoma"/>
            </a:endParaRPr>
          </a:p>
        </p:txBody>
      </p:sp>
      <p:sp>
        <p:nvSpPr>
          <p:cNvPr id="10" name="object 10"/>
          <p:cNvSpPr/>
          <p:nvPr/>
        </p:nvSpPr>
        <p:spPr>
          <a:xfrm>
            <a:off x="950975" y="6425184"/>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3"/>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7"/>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3"/>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11" name="object 11"/>
          <p:cNvSpPr/>
          <p:nvPr/>
        </p:nvSpPr>
        <p:spPr>
          <a:xfrm>
            <a:off x="950975" y="5759196"/>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3"/>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7"/>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3"/>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12" name="object 12"/>
          <p:cNvSpPr/>
          <p:nvPr/>
        </p:nvSpPr>
        <p:spPr>
          <a:xfrm>
            <a:off x="950975" y="7092695"/>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3"/>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7"/>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3"/>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13" name="object 13"/>
          <p:cNvSpPr/>
          <p:nvPr/>
        </p:nvSpPr>
        <p:spPr>
          <a:xfrm>
            <a:off x="950975" y="7760207"/>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4"/>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8"/>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4"/>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14" name="object 14"/>
          <p:cNvSpPr txBox="1"/>
          <p:nvPr/>
        </p:nvSpPr>
        <p:spPr>
          <a:xfrm>
            <a:off x="1119632" y="4539233"/>
            <a:ext cx="170815" cy="3618229"/>
          </a:xfrm>
          <a:prstGeom prst="rect">
            <a:avLst/>
          </a:prstGeom>
        </p:spPr>
        <p:txBody>
          <a:bodyPr vert="horz" wrap="square" lIns="0" tIns="13335" rIns="0" bIns="0" rtlCol="0">
            <a:spAutoFit/>
          </a:bodyPr>
          <a:lstStyle/>
          <a:p>
            <a:pPr marL="12700">
              <a:lnSpc>
                <a:spcPct val="100000"/>
              </a:lnSpc>
              <a:spcBef>
                <a:spcPts val="105"/>
              </a:spcBef>
            </a:pPr>
            <a:r>
              <a:rPr sz="1700" spc="160" dirty="0">
                <a:solidFill>
                  <a:srgbClr val="181818"/>
                </a:solidFill>
                <a:latin typeface="Tahoma"/>
                <a:cs typeface="Tahoma"/>
              </a:rPr>
              <a:t>4</a:t>
            </a:r>
            <a:endParaRPr sz="1700">
              <a:latin typeface="Tahoma"/>
              <a:cs typeface="Tahoma"/>
            </a:endParaRPr>
          </a:p>
          <a:p>
            <a:pPr>
              <a:lnSpc>
                <a:spcPct val="100000"/>
              </a:lnSpc>
              <a:spcBef>
                <a:spcPts val="1145"/>
              </a:spcBef>
            </a:pPr>
            <a:endParaRPr sz="1700">
              <a:latin typeface="Tahoma"/>
              <a:cs typeface="Tahoma"/>
            </a:endParaRPr>
          </a:p>
          <a:p>
            <a:pPr marL="18415">
              <a:lnSpc>
                <a:spcPct val="100000"/>
              </a:lnSpc>
            </a:pPr>
            <a:r>
              <a:rPr sz="1700" spc="60" dirty="0">
                <a:solidFill>
                  <a:srgbClr val="181818"/>
                </a:solidFill>
                <a:latin typeface="Tahoma"/>
                <a:cs typeface="Tahoma"/>
              </a:rPr>
              <a:t>5</a:t>
            </a:r>
            <a:endParaRPr sz="1700">
              <a:latin typeface="Tahoma"/>
              <a:cs typeface="Tahoma"/>
            </a:endParaRPr>
          </a:p>
          <a:p>
            <a:pPr>
              <a:lnSpc>
                <a:spcPct val="100000"/>
              </a:lnSpc>
              <a:spcBef>
                <a:spcPts val="1155"/>
              </a:spcBef>
            </a:pPr>
            <a:endParaRPr sz="1700">
              <a:latin typeface="Tahoma"/>
              <a:cs typeface="Tahoma"/>
            </a:endParaRPr>
          </a:p>
          <a:p>
            <a:pPr marL="15240">
              <a:lnSpc>
                <a:spcPct val="100000"/>
              </a:lnSpc>
            </a:pPr>
            <a:r>
              <a:rPr sz="1700" spc="125" dirty="0">
                <a:solidFill>
                  <a:srgbClr val="181818"/>
                </a:solidFill>
                <a:latin typeface="Tahoma"/>
                <a:cs typeface="Tahoma"/>
              </a:rPr>
              <a:t>6</a:t>
            </a:r>
            <a:endParaRPr sz="1700">
              <a:latin typeface="Tahoma"/>
              <a:cs typeface="Tahoma"/>
            </a:endParaRPr>
          </a:p>
          <a:p>
            <a:pPr>
              <a:lnSpc>
                <a:spcPct val="100000"/>
              </a:lnSpc>
              <a:spcBef>
                <a:spcPts val="1150"/>
              </a:spcBef>
            </a:pPr>
            <a:endParaRPr sz="1700">
              <a:latin typeface="Tahoma"/>
              <a:cs typeface="Tahoma"/>
            </a:endParaRPr>
          </a:p>
          <a:p>
            <a:pPr marL="20320">
              <a:lnSpc>
                <a:spcPct val="100000"/>
              </a:lnSpc>
            </a:pPr>
            <a:r>
              <a:rPr sz="1700" spc="30" dirty="0">
                <a:solidFill>
                  <a:srgbClr val="181818"/>
                </a:solidFill>
                <a:latin typeface="Tahoma"/>
                <a:cs typeface="Tahoma"/>
              </a:rPr>
              <a:t>7</a:t>
            </a:r>
            <a:endParaRPr sz="1700">
              <a:latin typeface="Tahoma"/>
              <a:cs typeface="Tahoma"/>
            </a:endParaRPr>
          </a:p>
          <a:p>
            <a:pPr>
              <a:lnSpc>
                <a:spcPct val="100000"/>
              </a:lnSpc>
              <a:spcBef>
                <a:spcPts val="1165"/>
              </a:spcBef>
            </a:pPr>
            <a:endParaRPr sz="1700">
              <a:latin typeface="Tahoma"/>
              <a:cs typeface="Tahoma"/>
            </a:endParaRPr>
          </a:p>
          <a:p>
            <a:pPr marL="17145">
              <a:lnSpc>
                <a:spcPct val="100000"/>
              </a:lnSpc>
            </a:pPr>
            <a:r>
              <a:rPr sz="1700" spc="95" dirty="0">
                <a:solidFill>
                  <a:srgbClr val="181818"/>
                </a:solidFill>
                <a:latin typeface="Tahoma"/>
                <a:cs typeface="Tahoma"/>
              </a:rPr>
              <a:t>8</a:t>
            </a:r>
            <a:endParaRPr sz="1700">
              <a:latin typeface="Tahoma"/>
              <a:cs typeface="Tahoma"/>
            </a:endParaRPr>
          </a:p>
          <a:p>
            <a:pPr>
              <a:lnSpc>
                <a:spcPct val="100000"/>
              </a:lnSpc>
              <a:spcBef>
                <a:spcPts val="1165"/>
              </a:spcBef>
            </a:pPr>
            <a:endParaRPr sz="1700">
              <a:latin typeface="Tahoma"/>
              <a:cs typeface="Tahoma"/>
            </a:endParaRPr>
          </a:p>
          <a:p>
            <a:pPr marL="15240">
              <a:lnSpc>
                <a:spcPct val="100000"/>
              </a:lnSpc>
            </a:pPr>
            <a:r>
              <a:rPr sz="1700" spc="125" dirty="0">
                <a:solidFill>
                  <a:srgbClr val="181818"/>
                </a:solidFill>
                <a:latin typeface="Tahoma"/>
                <a:cs typeface="Tahoma"/>
              </a:rPr>
              <a:t>9</a:t>
            </a:r>
            <a:endParaRPr sz="1700">
              <a:latin typeface="Tahoma"/>
              <a:cs typeface="Tahoma"/>
            </a:endParaRPr>
          </a:p>
        </p:txBody>
      </p:sp>
      <p:sp>
        <p:nvSpPr>
          <p:cNvPr id="15" name="object 15"/>
          <p:cNvSpPr txBox="1">
            <a:spLocks noGrp="1"/>
          </p:cNvSpPr>
          <p:nvPr>
            <p:ph type="title"/>
          </p:nvPr>
        </p:nvSpPr>
        <p:spPr>
          <a:xfrm>
            <a:off x="3554348" y="327786"/>
            <a:ext cx="11106150" cy="751488"/>
          </a:xfrm>
          <a:prstGeom prst="rect">
            <a:avLst/>
          </a:prstGeom>
        </p:spPr>
        <p:txBody>
          <a:bodyPr vert="horz" wrap="square" lIns="0" tIns="12700" rIns="0" bIns="0" rtlCol="0">
            <a:spAutoFit/>
          </a:bodyPr>
          <a:lstStyle/>
          <a:p>
            <a:pPr marL="3417570">
              <a:lnSpc>
                <a:spcPct val="100000"/>
              </a:lnSpc>
              <a:spcBef>
                <a:spcPts val="100"/>
              </a:spcBef>
            </a:pPr>
            <a:r>
              <a:rPr spc="-10" dirty="0"/>
              <a:t>OBJECTIVES</a:t>
            </a:r>
          </a:p>
        </p:txBody>
      </p:sp>
      <p:pic>
        <p:nvPicPr>
          <p:cNvPr id="16" name="object 16"/>
          <p:cNvPicPr/>
          <p:nvPr/>
        </p:nvPicPr>
        <p:blipFill>
          <a:blip r:embed="rId2" cstate="print"/>
          <a:stretch>
            <a:fillRect/>
          </a:stretch>
        </p:blipFill>
        <p:spPr>
          <a:xfrm>
            <a:off x="16312895" y="909827"/>
            <a:ext cx="946403" cy="237744"/>
          </a:xfrm>
          <a:prstGeom prst="rect">
            <a:avLst/>
          </a:prstGeom>
        </p:spPr>
      </p:pic>
      <p:sp>
        <p:nvSpPr>
          <p:cNvPr id="20" name="TextBox 19">
            <a:extLst>
              <a:ext uri="{FF2B5EF4-FFF2-40B4-BE49-F238E27FC236}">
                <a16:creationId xmlns:a16="http://schemas.microsoft.com/office/drawing/2014/main" id="{47709B7A-7DFA-AE09-A5CF-4FEDA82D725F}"/>
              </a:ext>
            </a:extLst>
          </p:cNvPr>
          <p:cNvSpPr txBox="1"/>
          <p:nvPr/>
        </p:nvSpPr>
        <p:spPr>
          <a:xfrm>
            <a:off x="2080487" y="2092833"/>
            <a:ext cx="14232407" cy="646331"/>
          </a:xfrm>
          <a:prstGeom prst="rect">
            <a:avLst/>
          </a:prstGeom>
          <a:noFill/>
        </p:spPr>
        <p:txBody>
          <a:bodyPr wrap="square">
            <a:spAutoFit/>
          </a:bodyPr>
          <a:lstStyle/>
          <a:p>
            <a:pPr algn="just">
              <a:buFont typeface="Arial" panose="020B0604020202020204" pitchFamily="34" charset="0"/>
              <a:buChar char="•"/>
            </a:pPr>
            <a:endParaRPr lang="en-US" sz="3600" dirty="0"/>
          </a:p>
        </p:txBody>
      </p:sp>
      <p:sp>
        <p:nvSpPr>
          <p:cNvPr id="21" name="Rectangle 2">
            <a:extLst>
              <a:ext uri="{FF2B5EF4-FFF2-40B4-BE49-F238E27FC236}">
                <a16:creationId xmlns:a16="http://schemas.microsoft.com/office/drawing/2014/main" id="{773ACF4C-52F6-7D9F-0D96-D787A26B2F65}"/>
              </a:ext>
            </a:extLst>
          </p:cNvPr>
          <p:cNvSpPr>
            <a:spLocks noChangeArrowheads="1"/>
          </p:cNvSpPr>
          <p:nvPr/>
        </p:nvSpPr>
        <p:spPr bwMode="auto">
          <a:xfrm rot="10800000" flipV="1">
            <a:off x="2286000" y="2247900"/>
            <a:ext cx="10035313" cy="4925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a:ln>
                  <a:noFill/>
                </a:ln>
                <a:solidFill>
                  <a:schemeClr val="tx1"/>
                </a:solidFill>
                <a:effectLst/>
                <a:latin typeface="Times New Roman" pitchFamily="18" charset="0"/>
                <a:cs typeface="Times New Roman" pitchFamily="18" charset="0"/>
              </a:rPr>
              <a:t>To develop a user-friendly ticket booking interface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itchFamily="18" charset="0"/>
                <a:cs typeface="Times New Roman" pitchFamily="18" charset="0"/>
              </a:rPr>
              <a:t> To display event details clearly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itchFamily="18" charset="0"/>
                <a:cs typeface="Times New Roman" pitchFamily="18" charset="0"/>
              </a:rPr>
              <a:t> To implement real-time ticket availability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itchFamily="18" charset="0"/>
                <a:cs typeface="Times New Roman" pitchFamily="18" charset="0"/>
              </a:rPr>
              <a:t> To ensure proper input validation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itchFamily="18" charset="0"/>
                <a:cs typeface="Times New Roman" pitchFamily="18" charset="0"/>
              </a:rPr>
              <a:t> To prevent booking errors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itchFamily="18" charset="0"/>
                <a:cs typeface="Times New Roman" pitchFamily="18" charset="0"/>
              </a:rPr>
              <a:t> To provide instant booking confirmation email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08659" y="3983735"/>
            <a:ext cx="993775" cy="992505"/>
          </a:xfrm>
          <a:custGeom>
            <a:avLst/>
            <a:gdLst/>
            <a:ahLst/>
            <a:cxnLst/>
            <a:rect l="l" t="t" r="r" b="b"/>
            <a:pathLst>
              <a:path w="993775" h="992504">
                <a:moveTo>
                  <a:pt x="496824" y="0"/>
                </a:moveTo>
                <a:lnTo>
                  <a:pt x="448977" y="2271"/>
                </a:lnTo>
                <a:lnTo>
                  <a:pt x="402417" y="8945"/>
                </a:lnTo>
                <a:lnTo>
                  <a:pt x="357351" y="19816"/>
                </a:lnTo>
                <a:lnTo>
                  <a:pt x="313989" y="34673"/>
                </a:lnTo>
                <a:lnTo>
                  <a:pt x="272538" y="53311"/>
                </a:lnTo>
                <a:lnTo>
                  <a:pt x="233207" y="75520"/>
                </a:lnTo>
                <a:lnTo>
                  <a:pt x="196203" y="101093"/>
                </a:lnTo>
                <a:lnTo>
                  <a:pt x="161736" y="129821"/>
                </a:lnTo>
                <a:lnTo>
                  <a:pt x="130012" y="161497"/>
                </a:lnTo>
                <a:lnTo>
                  <a:pt x="101241" y="195912"/>
                </a:lnTo>
                <a:lnTo>
                  <a:pt x="75630" y="232860"/>
                </a:lnTo>
                <a:lnTo>
                  <a:pt x="53388" y="272131"/>
                </a:lnTo>
                <a:lnTo>
                  <a:pt x="34724" y="313517"/>
                </a:lnTo>
                <a:lnTo>
                  <a:pt x="19844" y="356812"/>
                </a:lnTo>
                <a:lnTo>
                  <a:pt x="8958" y="401806"/>
                </a:lnTo>
                <a:lnTo>
                  <a:pt x="2274" y="448292"/>
                </a:lnTo>
                <a:lnTo>
                  <a:pt x="0" y="496062"/>
                </a:lnTo>
                <a:lnTo>
                  <a:pt x="2274" y="543831"/>
                </a:lnTo>
                <a:lnTo>
                  <a:pt x="8958" y="590317"/>
                </a:lnTo>
                <a:lnTo>
                  <a:pt x="19844" y="635311"/>
                </a:lnTo>
                <a:lnTo>
                  <a:pt x="34724" y="678606"/>
                </a:lnTo>
                <a:lnTo>
                  <a:pt x="53388" y="719992"/>
                </a:lnTo>
                <a:lnTo>
                  <a:pt x="75630" y="759263"/>
                </a:lnTo>
                <a:lnTo>
                  <a:pt x="101241" y="796211"/>
                </a:lnTo>
                <a:lnTo>
                  <a:pt x="130012" y="830626"/>
                </a:lnTo>
                <a:lnTo>
                  <a:pt x="161736" y="862302"/>
                </a:lnTo>
                <a:lnTo>
                  <a:pt x="196203" y="891030"/>
                </a:lnTo>
                <a:lnTo>
                  <a:pt x="233207" y="916603"/>
                </a:lnTo>
                <a:lnTo>
                  <a:pt x="272538" y="938812"/>
                </a:lnTo>
                <a:lnTo>
                  <a:pt x="313989" y="957450"/>
                </a:lnTo>
                <a:lnTo>
                  <a:pt x="357351" y="972307"/>
                </a:lnTo>
                <a:lnTo>
                  <a:pt x="402417" y="983178"/>
                </a:lnTo>
                <a:lnTo>
                  <a:pt x="448977" y="989852"/>
                </a:lnTo>
                <a:lnTo>
                  <a:pt x="496824" y="992124"/>
                </a:lnTo>
                <a:lnTo>
                  <a:pt x="544680" y="989852"/>
                </a:lnTo>
                <a:lnTo>
                  <a:pt x="591248" y="983178"/>
                </a:lnTo>
                <a:lnTo>
                  <a:pt x="636318" y="972307"/>
                </a:lnTo>
                <a:lnTo>
                  <a:pt x="679684" y="957450"/>
                </a:lnTo>
                <a:lnTo>
                  <a:pt x="721137" y="938812"/>
                </a:lnTo>
                <a:lnTo>
                  <a:pt x="760468" y="916603"/>
                </a:lnTo>
                <a:lnTo>
                  <a:pt x="797471" y="891030"/>
                </a:lnTo>
                <a:lnTo>
                  <a:pt x="831937" y="862302"/>
                </a:lnTo>
                <a:lnTo>
                  <a:pt x="863657" y="830626"/>
                </a:lnTo>
                <a:lnTo>
                  <a:pt x="892425" y="796211"/>
                </a:lnTo>
                <a:lnTo>
                  <a:pt x="918032" y="759263"/>
                </a:lnTo>
                <a:lnTo>
                  <a:pt x="940270" y="719992"/>
                </a:lnTo>
                <a:lnTo>
                  <a:pt x="958931" y="678606"/>
                </a:lnTo>
                <a:lnTo>
                  <a:pt x="973808" y="635311"/>
                </a:lnTo>
                <a:lnTo>
                  <a:pt x="984691" y="590317"/>
                </a:lnTo>
                <a:lnTo>
                  <a:pt x="991374" y="543831"/>
                </a:lnTo>
                <a:lnTo>
                  <a:pt x="993647" y="496062"/>
                </a:lnTo>
                <a:lnTo>
                  <a:pt x="991374" y="448292"/>
                </a:lnTo>
                <a:lnTo>
                  <a:pt x="984691" y="401806"/>
                </a:lnTo>
                <a:lnTo>
                  <a:pt x="973808" y="356812"/>
                </a:lnTo>
                <a:lnTo>
                  <a:pt x="958931" y="313517"/>
                </a:lnTo>
                <a:lnTo>
                  <a:pt x="940270" y="272131"/>
                </a:lnTo>
                <a:lnTo>
                  <a:pt x="918032" y="232860"/>
                </a:lnTo>
                <a:lnTo>
                  <a:pt x="892425" y="195912"/>
                </a:lnTo>
                <a:lnTo>
                  <a:pt x="863657" y="161497"/>
                </a:lnTo>
                <a:lnTo>
                  <a:pt x="831937" y="129821"/>
                </a:lnTo>
                <a:lnTo>
                  <a:pt x="797471" y="101093"/>
                </a:lnTo>
                <a:lnTo>
                  <a:pt x="760468" y="75520"/>
                </a:lnTo>
                <a:lnTo>
                  <a:pt x="721137" y="53311"/>
                </a:lnTo>
                <a:lnTo>
                  <a:pt x="679684" y="34673"/>
                </a:lnTo>
                <a:lnTo>
                  <a:pt x="636318" y="19816"/>
                </a:lnTo>
                <a:lnTo>
                  <a:pt x="591248" y="8945"/>
                </a:lnTo>
                <a:lnTo>
                  <a:pt x="544680" y="2271"/>
                </a:lnTo>
                <a:lnTo>
                  <a:pt x="496824" y="0"/>
                </a:lnTo>
                <a:close/>
              </a:path>
            </a:pathLst>
          </a:custGeom>
          <a:solidFill>
            <a:srgbClr val="FC611F"/>
          </a:solidFill>
        </p:spPr>
        <p:txBody>
          <a:bodyPr wrap="square" lIns="0" tIns="0" rIns="0" bIns="0" rtlCol="0"/>
          <a:lstStyle/>
          <a:p>
            <a:endParaRPr/>
          </a:p>
        </p:txBody>
      </p:sp>
      <p:sp>
        <p:nvSpPr>
          <p:cNvPr id="3" name="object 3"/>
          <p:cNvSpPr txBox="1"/>
          <p:nvPr/>
        </p:nvSpPr>
        <p:spPr>
          <a:xfrm>
            <a:off x="1077569" y="4211192"/>
            <a:ext cx="255904" cy="436880"/>
          </a:xfrm>
          <a:prstGeom prst="rect">
            <a:avLst/>
          </a:prstGeom>
        </p:spPr>
        <p:txBody>
          <a:bodyPr vert="horz" wrap="square" lIns="0" tIns="12700" rIns="0" bIns="0" rtlCol="0">
            <a:spAutoFit/>
          </a:bodyPr>
          <a:lstStyle/>
          <a:p>
            <a:pPr marL="12700">
              <a:lnSpc>
                <a:spcPct val="100000"/>
              </a:lnSpc>
              <a:spcBef>
                <a:spcPts val="100"/>
              </a:spcBef>
            </a:pPr>
            <a:r>
              <a:rPr sz="2700" spc="270" dirty="0">
                <a:solidFill>
                  <a:srgbClr val="FFFDFD"/>
                </a:solidFill>
                <a:latin typeface="Tahoma"/>
                <a:cs typeface="Tahoma"/>
              </a:rPr>
              <a:t>4</a:t>
            </a:r>
            <a:endParaRPr sz="2700">
              <a:latin typeface="Tahoma"/>
              <a:cs typeface="Tahoma"/>
            </a:endParaRPr>
          </a:p>
        </p:txBody>
      </p:sp>
      <p:sp>
        <p:nvSpPr>
          <p:cNvPr id="4" name="object 4"/>
          <p:cNvSpPr/>
          <p:nvPr/>
        </p:nvSpPr>
        <p:spPr>
          <a:xfrm>
            <a:off x="950975" y="3316223"/>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3"/>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7"/>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3"/>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5" name="object 5"/>
          <p:cNvSpPr txBox="1"/>
          <p:nvPr/>
        </p:nvSpPr>
        <p:spPr>
          <a:xfrm>
            <a:off x="1125727" y="3426333"/>
            <a:ext cx="158115" cy="285115"/>
          </a:xfrm>
          <a:prstGeom prst="rect">
            <a:avLst/>
          </a:prstGeom>
        </p:spPr>
        <p:txBody>
          <a:bodyPr vert="horz" wrap="square" lIns="0" tIns="12700" rIns="0" bIns="0" rtlCol="0">
            <a:spAutoFit/>
          </a:bodyPr>
          <a:lstStyle/>
          <a:p>
            <a:pPr marL="12700">
              <a:lnSpc>
                <a:spcPct val="100000"/>
              </a:lnSpc>
              <a:spcBef>
                <a:spcPts val="100"/>
              </a:spcBef>
            </a:pPr>
            <a:r>
              <a:rPr sz="1700" spc="60" dirty="0">
                <a:solidFill>
                  <a:srgbClr val="181818"/>
                </a:solidFill>
                <a:latin typeface="Tahoma"/>
                <a:cs typeface="Tahoma"/>
              </a:rPr>
              <a:t>3</a:t>
            </a:r>
            <a:endParaRPr sz="1700">
              <a:latin typeface="Tahoma"/>
              <a:cs typeface="Tahoma"/>
            </a:endParaRPr>
          </a:p>
        </p:txBody>
      </p:sp>
      <p:sp>
        <p:nvSpPr>
          <p:cNvPr id="6" name="object 6"/>
          <p:cNvSpPr/>
          <p:nvPr/>
        </p:nvSpPr>
        <p:spPr>
          <a:xfrm>
            <a:off x="950975" y="1982723"/>
            <a:ext cx="509270" cy="544195"/>
          </a:xfrm>
          <a:custGeom>
            <a:avLst/>
            <a:gdLst/>
            <a:ahLst/>
            <a:cxnLst/>
            <a:rect l="l" t="t" r="r" b="b"/>
            <a:pathLst>
              <a:path w="509269" h="544194">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3"/>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8"/>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3"/>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7" name="object 7"/>
          <p:cNvSpPr txBox="1"/>
          <p:nvPr/>
        </p:nvSpPr>
        <p:spPr>
          <a:xfrm>
            <a:off x="1153160" y="2092833"/>
            <a:ext cx="102870" cy="285115"/>
          </a:xfrm>
          <a:prstGeom prst="rect">
            <a:avLst/>
          </a:prstGeom>
        </p:spPr>
        <p:txBody>
          <a:bodyPr vert="horz" wrap="square" lIns="0" tIns="12700" rIns="0" bIns="0" rtlCol="0">
            <a:spAutoFit/>
          </a:bodyPr>
          <a:lstStyle/>
          <a:p>
            <a:pPr marL="12700">
              <a:lnSpc>
                <a:spcPct val="100000"/>
              </a:lnSpc>
              <a:spcBef>
                <a:spcPts val="100"/>
              </a:spcBef>
            </a:pPr>
            <a:r>
              <a:rPr sz="1700" spc="-375" dirty="0">
                <a:solidFill>
                  <a:srgbClr val="181818"/>
                </a:solidFill>
                <a:latin typeface="Tahoma"/>
                <a:cs typeface="Tahoma"/>
              </a:rPr>
              <a:t>1</a:t>
            </a:r>
            <a:endParaRPr sz="1700">
              <a:latin typeface="Tahoma"/>
              <a:cs typeface="Tahoma"/>
            </a:endParaRPr>
          </a:p>
        </p:txBody>
      </p:sp>
      <p:sp>
        <p:nvSpPr>
          <p:cNvPr id="8" name="object 8"/>
          <p:cNvSpPr/>
          <p:nvPr/>
        </p:nvSpPr>
        <p:spPr>
          <a:xfrm>
            <a:off x="950975" y="5094732"/>
            <a:ext cx="509270" cy="542925"/>
          </a:xfrm>
          <a:custGeom>
            <a:avLst/>
            <a:gdLst/>
            <a:ahLst/>
            <a:cxnLst/>
            <a:rect l="l" t="t" r="r" b="b"/>
            <a:pathLst>
              <a:path w="509269" h="542925">
                <a:moveTo>
                  <a:pt x="254508" y="0"/>
                </a:moveTo>
                <a:lnTo>
                  <a:pt x="208759" y="4369"/>
                </a:lnTo>
                <a:lnTo>
                  <a:pt x="165700" y="16966"/>
                </a:lnTo>
                <a:lnTo>
                  <a:pt x="126051" y="37027"/>
                </a:lnTo>
                <a:lnTo>
                  <a:pt x="90530" y="63786"/>
                </a:lnTo>
                <a:lnTo>
                  <a:pt x="59856" y="96478"/>
                </a:lnTo>
                <a:lnTo>
                  <a:pt x="34747" y="134337"/>
                </a:lnTo>
                <a:lnTo>
                  <a:pt x="15922" y="176600"/>
                </a:lnTo>
                <a:lnTo>
                  <a:pt x="4100" y="222499"/>
                </a:lnTo>
                <a:lnTo>
                  <a:pt x="0" y="271271"/>
                </a:lnTo>
                <a:lnTo>
                  <a:pt x="4100" y="320044"/>
                </a:lnTo>
                <a:lnTo>
                  <a:pt x="15922" y="365943"/>
                </a:lnTo>
                <a:lnTo>
                  <a:pt x="34747" y="408206"/>
                </a:lnTo>
                <a:lnTo>
                  <a:pt x="59856" y="446065"/>
                </a:lnTo>
                <a:lnTo>
                  <a:pt x="90530" y="478757"/>
                </a:lnTo>
                <a:lnTo>
                  <a:pt x="126051" y="505516"/>
                </a:lnTo>
                <a:lnTo>
                  <a:pt x="165700" y="525577"/>
                </a:lnTo>
                <a:lnTo>
                  <a:pt x="208759" y="538174"/>
                </a:lnTo>
                <a:lnTo>
                  <a:pt x="254508" y="542543"/>
                </a:lnTo>
                <a:lnTo>
                  <a:pt x="300263" y="538174"/>
                </a:lnTo>
                <a:lnTo>
                  <a:pt x="343325" y="525577"/>
                </a:lnTo>
                <a:lnTo>
                  <a:pt x="382975" y="505516"/>
                </a:lnTo>
                <a:lnTo>
                  <a:pt x="418495" y="478757"/>
                </a:lnTo>
                <a:lnTo>
                  <a:pt x="449168" y="446065"/>
                </a:lnTo>
                <a:lnTo>
                  <a:pt x="474274" y="408206"/>
                </a:lnTo>
                <a:lnTo>
                  <a:pt x="493096" y="365943"/>
                </a:lnTo>
                <a:lnTo>
                  <a:pt x="504916" y="320044"/>
                </a:lnTo>
                <a:lnTo>
                  <a:pt x="509016" y="271271"/>
                </a:lnTo>
                <a:lnTo>
                  <a:pt x="504916" y="222499"/>
                </a:lnTo>
                <a:lnTo>
                  <a:pt x="493096" y="176600"/>
                </a:lnTo>
                <a:lnTo>
                  <a:pt x="474274" y="134337"/>
                </a:lnTo>
                <a:lnTo>
                  <a:pt x="449168" y="96478"/>
                </a:lnTo>
                <a:lnTo>
                  <a:pt x="418495" y="63786"/>
                </a:lnTo>
                <a:lnTo>
                  <a:pt x="382975" y="37027"/>
                </a:lnTo>
                <a:lnTo>
                  <a:pt x="343325" y="16966"/>
                </a:lnTo>
                <a:lnTo>
                  <a:pt x="300263" y="4369"/>
                </a:lnTo>
                <a:lnTo>
                  <a:pt x="254508" y="0"/>
                </a:lnTo>
                <a:close/>
              </a:path>
            </a:pathLst>
          </a:custGeom>
          <a:ln w="9144">
            <a:solidFill>
              <a:srgbClr val="FC611F"/>
            </a:solidFill>
          </a:ln>
        </p:spPr>
        <p:txBody>
          <a:bodyPr wrap="square" lIns="0" tIns="0" rIns="0" bIns="0" rtlCol="0"/>
          <a:lstStyle/>
          <a:p>
            <a:endParaRPr/>
          </a:p>
        </p:txBody>
      </p:sp>
      <p:sp>
        <p:nvSpPr>
          <p:cNvPr id="9" name="object 9"/>
          <p:cNvSpPr txBox="1"/>
          <p:nvPr/>
        </p:nvSpPr>
        <p:spPr>
          <a:xfrm>
            <a:off x="1125727" y="5204840"/>
            <a:ext cx="158115" cy="285115"/>
          </a:xfrm>
          <a:prstGeom prst="rect">
            <a:avLst/>
          </a:prstGeom>
        </p:spPr>
        <p:txBody>
          <a:bodyPr vert="horz" wrap="square" lIns="0" tIns="13335" rIns="0" bIns="0" rtlCol="0">
            <a:spAutoFit/>
          </a:bodyPr>
          <a:lstStyle/>
          <a:p>
            <a:pPr marL="12700">
              <a:lnSpc>
                <a:spcPct val="100000"/>
              </a:lnSpc>
              <a:spcBef>
                <a:spcPts val="105"/>
              </a:spcBef>
            </a:pPr>
            <a:r>
              <a:rPr sz="1700" spc="60" dirty="0">
                <a:solidFill>
                  <a:srgbClr val="181818"/>
                </a:solidFill>
                <a:latin typeface="Tahoma"/>
                <a:cs typeface="Tahoma"/>
              </a:rPr>
              <a:t>5</a:t>
            </a:r>
            <a:endParaRPr sz="1700">
              <a:latin typeface="Tahoma"/>
              <a:cs typeface="Tahoma"/>
            </a:endParaRPr>
          </a:p>
        </p:txBody>
      </p:sp>
      <p:sp>
        <p:nvSpPr>
          <p:cNvPr id="10" name="object 10"/>
          <p:cNvSpPr/>
          <p:nvPr/>
        </p:nvSpPr>
        <p:spPr>
          <a:xfrm>
            <a:off x="950975" y="2648711"/>
            <a:ext cx="509270" cy="542925"/>
          </a:xfrm>
          <a:custGeom>
            <a:avLst/>
            <a:gdLst/>
            <a:ahLst/>
            <a:cxnLst/>
            <a:rect l="l" t="t" r="r" b="b"/>
            <a:pathLst>
              <a:path w="509269" h="542925">
                <a:moveTo>
                  <a:pt x="254508" y="0"/>
                </a:moveTo>
                <a:lnTo>
                  <a:pt x="208759" y="4369"/>
                </a:lnTo>
                <a:lnTo>
                  <a:pt x="165700" y="16966"/>
                </a:lnTo>
                <a:lnTo>
                  <a:pt x="126051" y="37027"/>
                </a:lnTo>
                <a:lnTo>
                  <a:pt x="90530" y="63786"/>
                </a:lnTo>
                <a:lnTo>
                  <a:pt x="59856" y="96478"/>
                </a:lnTo>
                <a:lnTo>
                  <a:pt x="34747" y="134337"/>
                </a:lnTo>
                <a:lnTo>
                  <a:pt x="15922" y="176600"/>
                </a:lnTo>
                <a:lnTo>
                  <a:pt x="4100" y="222499"/>
                </a:lnTo>
                <a:lnTo>
                  <a:pt x="0" y="271272"/>
                </a:lnTo>
                <a:lnTo>
                  <a:pt x="4100" y="320044"/>
                </a:lnTo>
                <a:lnTo>
                  <a:pt x="15922" y="365943"/>
                </a:lnTo>
                <a:lnTo>
                  <a:pt x="34747" y="408206"/>
                </a:lnTo>
                <a:lnTo>
                  <a:pt x="59856" y="446065"/>
                </a:lnTo>
                <a:lnTo>
                  <a:pt x="90530" y="478757"/>
                </a:lnTo>
                <a:lnTo>
                  <a:pt x="126051" y="505516"/>
                </a:lnTo>
                <a:lnTo>
                  <a:pt x="165700" y="525577"/>
                </a:lnTo>
                <a:lnTo>
                  <a:pt x="208759" y="538174"/>
                </a:lnTo>
                <a:lnTo>
                  <a:pt x="254508" y="542544"/>
                </a:lnTo>
                <a:lnTo>
                  <a:pt x="300263" y="538174"/>
                </a:lnTo>
                <a:lnTo>
                  <a:pt x="343325" y="525577"/>
                </a:lnTo>
                <a:lnTo>
                  <a:pt x="382975" y="505516"/>
                </a:lnTo>
                <a:lnTo>
                  <a:pt x="418495" y="478757"/>
                </a:lnTo>
                <a:lnTo>
                  <a:pt x="449168" y="446065"/>
                </a:lnTo>
                <a:lnTo>
                  <a:pt x="474274" y="408206"/>
                </a:lnTo>
                <a:lnTo>
                  <a:pt x="493096" y="365943"/>
                </a:lnTo>
                <a:lnTo>
                  <a:pt x="504916" y="320044"/>
                </a:lnTo>
                <a:lnTo>
                  <a:pt x="509016" y="271272"/>
                </a:lnTo>
                <a:lnTo>
                  <a:pt x="504916" y="222499"/>
                </a:lnTo>
                <a:lnTo>
                  <a:pt x="493096" y="176600"/>
                </a:lnTo>
                <a:lnTo>
                  <a:pt x="474274" y="134337"/>
                </a:lnTo>
                <a:lnTo>
                  <a:pt x="449168" y="96478"/>
                </a:lnTo>
                <a:lnTo>
                  <a:pt x="418495" y="63786"/>
                </a:lnTo>
                <a:lnTo>
                  <a:pt x="382975" y="37027"/>
                </a:lnTo>
                <a:lnTo>
                  <a:pt x="343325" y="16966"/>
                </a:lnTo>
                <a:lnTo>
                  <a:pt x="300263" y="4369"/>
                </a:lnTo>
                <a:lnTo>
                  <a:pt x="254508" y="0"/>
                </a:lnTo>
                <a:close/>
              </a:path>
            </a:pathLst>
          </a:custGeom>
          <a:ln w="9144">
            <a:solidFill>
              <a:srgbClr val="FC611F"/>
            </a:solidFill>
          </a:ln>
        </p:spPr>
        <p:txBody>
          <a:bodyPr wrap="square" lIns="0" tIns="0" rIns="0" bIns="0" rtlCol="0"/>
          <a:lstStyle/>
          <a:p>
            <a:endParaRPr/>
          </a:p>
        </p:txBody>
      </p:sp>
      <p:sp>
        <p:nvSpPr>
          <p:cNvPr id="11" name="object 11"/>
          <p:cNvSpPr txBox="1"/>
          <p:nvPr/>
        </p:nvSpPr>
        <p:spPr>
          <a:xfrm>
            <a:off x="1127252" y="2758567"/>
            <a:ext cx="155575" cy="285115"/>
          </a:xfrm>
          <a:prstGeom prst="rect">
            <a:avLst/>
          </a:prstGeom>
        </p:spPr>
        <p:txBody>
          <a:bodyPr vert="horz" wrap="square" lIns="0" tIns="12700" rIns="0" bIns="0" rtlCol="0">
            <a:spAutoFit/>
          </a:bodyPr>
          <a:lstStyle/>
          <a:p>
            <a:pPr marL="12700">
              <a:lnSpc>
                <a:spcPct val="100000"/>
              </a:lnSpc>
              <a:spcBef>
                <a:spcPts val="100"/>
              </a:spcBef>
            </a:pPr>
            <a:r>
              <a:rPr sz="1700" spc="40" dirty="0">
                <a:solidFill>
                  <a:srgbClr val="181818"/>
                </a:solidFill>
                <a:latin typeface="Tahoma"/>
                <a:cs typeface="Tahoma"/>
              </a:rPr>
              <a:t>2</a:t>
            </a:r>
            <a:endParaRPr sz="1700">
              <a:latin typeface="Tahoma"/>
              <a:cs typeface="Tahoma"/>
            </a:endParaRPr>
          </a:p>
        </p:txBody>
      </p:sp>
      <p:sp>
        <p:nvSpPr>
          <p:cNvPr id="12" name="object 12"/>
          <p:cNvSpPr/>
          <p:nvPr/>
        </p:nvSpPr>
        <p:spPr>
          <a:xfrm>
            <a:off x="950975" y="6425184"/>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3"/>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7"/>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3"/>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13" name="object 13"/>
          <p:cNvSpPr/>
          <p:nvPr/>
        </p:nvSpPr>
        <p:spPr>
          <a:xfrm>
            <a:off x="950975" y="5759196"/>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3"/>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7"/>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3"/>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14" name="object 14"/>
          <p:cNvSpPr txBox="1"/>
          <p:nvPr/>
        </p:nvSpPr>
        <p:spPr>
          <a:xfrm>
            <a:off x="1122680" y="5870828"/>
            <a:ext cx="165735" cy="285115"/>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6</a:t>
            </a:r>
            <a:endParaRPr sz="1700">
              <a:latin typeface="Tahoma"/>
              <a:cs typeface="Tahoma"/>
            </a:endParaRPr>
          </a:p>
        </p:txBody>
      </p:sp>
      <p:sp>
        <p:nvSpPr>
          <p:cNvPr id="15" name="object 15"/>
          <p:cNvSpPr/>
          <p:nvPr/>
        </p:nvSpPr>
        <p:spPr>
          <a:xfrm>
            <a:off x="950975" y="7092695"/>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3"/>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7"/>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3"/>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16" name="object 16"/>
          <p:cNvSpPr/>
          <p:nvPr/>
        </p:nvSpPr>
        <p:spPr>
          <a:xfrm>
            <a:off x="950975" y="7760207"/>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4"/>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8"/>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4"/>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17" name="object 17"/>
          <p:cNvSpPr txBox="1"/>
          <p:nvPr/>
        </p:nvSpPr>
        <p:spPr>
          <a:xfrm>
            <a:off x="1122680" y="6536563"/>
            <a:ext cx="165735" cy="1621155"/>
          </a:xfrm>
          <a:prstGeom prst="rect">
            <a:avLst/>
          </a:prstGeom>
        </p:spPr>
        <p:txBody>
          <a:bodyPr vert="horz" wrap="square" lIns="0" tIns="13335" rIns="0" bIns="0" rtlCol="0">
            <a:spAutoFit/>
          </a:bodyPr>
          <a:lstStyle/>
          <a:p>
            <a:pPr marL="17145">
              <a:lnSpc>
                <a:spcPct val="100000"/>
              </a:lnSpc>
              <a:spcBef>
                <a:spcPts val="105"/>
              </a:spcBef>
            </a:pPr>
            <a:r>
              <a:rPr sz="1700" spc="30" dirty="0">
                <a:solidFill>
                  <a:srgbClr val="181818"/>
                </a:solidFill>
                <a:latin typeface="Tahoma"/>
                <a:cs typeface="Tahoma"/>
              </a:rPr>
              <a:t>7</a:t>
            </a:r>
            <a:endParaRPr sz="1700">
              <a:latin typeface="Tahoma"/>
              <a:cs typeface="Tahoma"/>
            </a:endParaRPr>
          </a:p>
          <a:p>
            <a:pPr>
              <a:lnSpc>
                <a:spcPct val="100000"/>
              </a:lnSpc>
              <a:spcBef>
                <a:spcPts val="1165"/>
              </a:spcBef>
            </a:pPr>
            <a:endParaRPr sz="1700">
              <a:latin typeface="Tahoma"/>
              <a:cs typeface="Tahoma"/>
            </a:endParaRPr>
          </a:p>
          <a:p>
            <a:pPr marL="13970">
              <a:lnSpc>
                <a:spcPct val="100000"/>
              </a:lnSpc>
            </a:pPr>
            <a:r>
              <a:rPr sz="1700" spc="95" dirty="0">
                <a:solidFill>
                  <a:srgbClr val="181818"/>
                </a:solidFill>
                <a:latin typeface="Tahoma"/>
                <a:cs typeface="Tahoma"/>
              </a:rPr>
              <a:t>8</a:t>
            </a:r>
            <a:endParaRPr sz="1700">
              <a:latin typeface="Tahoma"/>
              <a:cs typeface="Tahoma"/>
            </a:endParaRPr>
          </a:p>
          <a:p>
            <a:pPr>
              <a:lnSpc>
                <a:spcPct val="100000"/>
              </a:lnSpc>
              <a:spcBef>
                <a:spcPts val="1165"/>
              </a:spcBef>
            </a:pPr>
            <a:endParaRPr sz="1700">
              <a:latin typeface="Tahoma"/>
              <a:cs typeface="Tahoma"/>
            </a:endParaRPr>
          </a:p>
          <a:p>
            <a:pPr marL="12700">
              <a:lnSpc>
                <a:spcPct val="100000"/>
              </a:lnSpc>
            </a:pPr>
            <a:r>
              <a:rPr sz="1700" spc="125" dirty="0">
                <a:solidFill>
                  <a:srgbClr val="181818"/>
                </a:solidFill>
                <a:latin typeface="Tahoma"/>
                <a:cs typeface="Tahoma"/>
              </a:rPr>
              <a:t>9</a:t>
            </a:r>
            <a:endParaRPr sz="1700">
              <a:latin typeface="Tahoma"/>
              <a:cs typeface="Tahoma"/>
            </a:endParaRPr>
          </a:p>
        </p:txBody>
      </p:sp>
      <p:pic>
        <p:nvPicPr>
          <p:cNvPr id="18" name="object 18"/>
          <p:cNvPicPr/>
          <p:nvPr/>
        </p:nvPicPr>
        <p:blipFill>
          <a:blip r:embed="rId2" cstate="print"/>
          <a:stretch>
            <a:fillRect/>
          </a:stretch>
        </p:blipFill>
        <p:spPr>
          <a:xfrm>
            <a:off x="16312895" y="909827"/>
            <a:ext cx="946403" cy="237744"/>
          </a:xfrm>
          <a:prstGeom prst="rect">
            <a:avLst/>
          </a:prstGeom>
        </p:spPr>
      </p:pic>
      <p:sp>
        <p:nvSpPr>
          <p:cNvPr id="19" name="object 19"/>
          <p:cNvSpPr txBox="1">
            <a:spLocks noGrp="1"/>
          </p:cNvSpPr>
          <p:nvPr>
            <p:ph type="title"/>
          </p:nvPr>
        </p:nvSpPr>
        <p:spPr>
          <a:prstGeom prst="rect">
            <a:avLst/>
          </a:prstGeom>
        </p:spPr>
        <p:txBody>
          <a:bodyPr vert="horz" wrap="square" lIns="0" tIns="12700" rIns="0" bIns="0" rtlCol="0">
            <a:spAutoFit/>
          </a:bodyPr>
          <a:lstStyle/>
          <a:p>
            <a:pPr marL="2560955">
              <a:lnSpc>
                <a:spcPct val="100000"/>
              </a:lnSpc>
              <a:spcBef>
                <a:spcPts val="100"/>
              </a:spcBef>
            </a:pPr>
            <a:r>
              <a:rPr dirty="0"/>
              <a:t>PROPOSED</a:t>
            </a:r>
            <a:r>
              <a:rPr spc="-140" dirty="0"/>
              <a:t> </a:t>
            </a:r>
            <a:r>
              <a:rPr spc="-10" dirty="0"/>
              <a:t>SYSTEM</a:t>
            </a:r>
          </a:p>
        </p:txBody>
      </p:sp>
      <p:sp>
        <p:nvSpPr>
          <p:cNvPr id="23" name="Rectangle 1">
            <a:extLst>
              <a:ext uri="{FF2B5EF4-FFF2-40B4-BE49-F238E27FC236}">
                <a16:creationId xmlns:a16="http://schemas.microsoft.com/office/drawing/2014/main" id="{2C0283E6-1B60-E6CE-4A1F-167506261D43}"/>
              </a:ext>
            </a:extLst>
          </p:cNvPr>
          <p:cNvSpPr>
            <a:spLocks noChangeArrowheads="1"/>
          </p:cNvSpPr>
          <p:nvPr/>
        </p:nvSpPr>
        <p:spPr bwMode="auto">
          <a:xfrm>
            <a:off x="2133600" y="2171700"/>
            <a:ext cx="14241552" cy="6119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457200" indent="-457200" algn="just">
              <a:lnSpc>
                <a:spcPct val="150000"/>
              </a:lnSpc>
              <a:buFont typeface="Arial" panose="020B0604020202020204" pitchFamily="34" charset="0"/>
              <a:buChar char="•"/>
            </a:pPr>
            <a:r>
              <a:rPr lang="en-US" sz="3200" dirty="0">
                <a:latin typeface="Times New Roman" pitchFamily="18" charset="0"/>
                <a:cs typeface="Times New Roman" pitchFamily="18" charset="0"/>
              </a:rPr>
              <a:t>The proposed system is a </a:t>
            </a:r>
            <a:r>
              <a:rPr lang="en-US" sz="3200" b="1" dirty="0">
                <a:latin typeface="Times New Roman" pitchFamily="18" charset="0"/>
                <a:cs typeface="Times New Roman" pitchFamily="18" charset="0"/>
              </a:rPr>
              <a:t>React-based web application</a:t>
            </a:r>
            <a:endParaRPr lang="en-US" sz="3200" dirty="0">
              <a:latin typeface="Times New Roman" pitchFamily="18" charset="0"/>
              <a:cs typeface="Times New Roman" pitchFamily="18" charset="0"/>
            </a:endParaRPr>
          </a:p>
          <a:p>
            <a:pPr marL="457200" indent="-457200" algn="just">
              <a:lnSpc>
                <a:spcPct val="150000"/>
              </a:lnSpc>
              <a:buFont typeface="Arial" panose="020B0604020202020204" pitchFamily="34" charset="0"/>
              <a:buChar char="•"/>
            </a:pPr>
            <a:r>
              <a:rPr lang="en-US" sz="3200" dirty="0">
                <a:latin typeface="Times New Roman" pitchFamily="18" charset="0"/>
                <a:cs typeface="Times New Roman" pitchFamily="18" charset="0"/>
              </a:rPr>
              <a:t>Displays complete event details </a:t>
            </a:r>
          </a:p>
          <a:p>
            <a:pPr marL="457200" indent="-457200" algn="just">
              <a:lnSpc>
                <a:spcPct val="150000"/>
              </a:lnSpc>
              <a:buFont typeface="Arial" panose="020B0604020202020204" pitchFamily="34" charset="0"/>
              <a:buChar char="•"/>
            </a:pPr>
            <a:r>
              <a:rPr lang="en-US" sz="3200" dirty="0">
                <a:latin typeface="Times New Roman" pitchFamily="18" charset="0"/>
                <a:cs typeface="Times New Roman" pitchFamily="18" charset="0"/>
              </a:rPr>
              <a:t>Allows users to book tickets online </a:t>
            </a:r>
          </a:p>
          <a:p>
            <a:pPr marL="457200" indent="-457200" algn="just">
              <a:lnSpc>
                <a:spcPct val="150000"/>
              </a:lnSpc>
              <a:buFont typeface="Arial" panose="020B0604020202020204" pitchFamily="34" charset="0"/>
              <a:buChar char="•"/>
            </a:pPr>
            <a:r>
              <a:rPr lang="en-US" sz="3200" dirty="0">
                <a:latin typeface="Times New Roman" pitchFamily="18" charset="0"/>
                <a:cs typeface="Times New Roman" pitchFamily="18" charset="0"/>
              </a:rPr>
              <a:t>Validates user input </a:t>
            </a:r>
          </a:p>
          <a:p>
            <a:pPr marL="457200" indent="-457200" algn="just">
              <a:lnSpc>
                <a:spcPct val="150000"/>
              </a:lnSpc>
              <a:buFont typeface="Arial" panose="020B0604020202020204" pitchFamily="34" charset="0"/>
              <a:buChar char="•"/>
            </a:pPr>
            <a:r>
              <a:rPr lang="en-US" sz="3200" dirty="0">
                <a:latin typeface="Times New Roman" pitchFamily="18" charset="0"/>
                <a:cs typeface="Times New Roman" pitchFamily="18" charset="0"/>
              </a:rPr>
              <a:t>Prevents overbooking </a:t>
            </a:r>
          </a:p>
          <a:p>
            <a:pPr marL="457200" indent="-457200" algn="just">
              <a:lnSpc>
                <a:spcPct val="150000"/>
              </a:lnSpc>
              <a:buFont typeface="Arial" panose="020B0604020202020204" pitchFamily="34" charset="0"/>
              <a:buChar char="•"/>
            </a:pPr>
            <a:r>
              <a:rPr lang="en-US" sz="3200" dirty="0">
                <a:latin typeface="Times New Roman" pitchFamily="18" charset="0"/>
                <a:cs typeface="Times New Roman" pitchFamily="18" charset="0"/>
              </a:rPr>
              <a:t>Updates ticket count dynamically </a:t>
            </a:r>
          </a:p>
          <a:p>
            <a:pPr marL="457200" indent="-457200" algn="just">
              <a:lnSpc>
                <a:spcPct val="150000"/>
              </a:lnSpc>
              <a:buFont typeface="Arial" panose="020B0604020202020204" pitchFamily="34" charset="0"/>
              <a:buChar char="•"/>
            </a:pPr>
            <a:r>
              <a:rPr lang="en-US" sz="3200" dirty="0">
                <a:latin typeface="Times New Roman" pitchFamily="18" charset="0"/>
                <a:cs typeface="Times New Roman" pitchFamily="18" charset="0"/>
              </a:rPr>
              <a:t>It ensures a </a:t>
            </a:r>
            <a:r>
              <a:rPr lang="en-US" sz="3200" b="1" dirty="0">
                <a:latin typeface="Times New Roman" pitchFamily="18" charset="0"/>
                <a:cs typeface="Times New Roman" pitchFamily="18" charset="0"/>
              </a:rPr>
              <a:t>smooth and error-free booking experience</a:t>
            </a:r>
            <a:endParaRPr lang="en-US" sz="3200" dirty="0">
              <a:latin typeface="Times New Roman" pitchFamily="18" charset="0"/>
              <a:cs typeface="Times New Roman"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08659" y="4655820"/>
            <a:ext cx="993775" cy="992505"/>
          </a:xfrm>
          <a:custGeom>
            <a:avLst/>
            <a:gdLst/>
            <a:ahLst/>
            <a:cxnLst/>
            <a:rect l="l" t="t" r="r" b="b"/>
            <a:pathLst>
              <a:path w="993775" h="992504">
                <a:moveTo>
                  <a:pt x="496824" y="0"/>
                </a:moveTo>
                <a:lnTo>
                  <a:pt x="448977" y="2271"/>
                </a:lnTo>
                <a:lnTo>
                  <a:pt x="402417" y="8945"/>
                </a:lnTo>
                <a:lnTo>
                  <a:pt x="357351" y="19816"/>
                </a:lnTo>
                <a:lnTo>
                  <a:pt x="313989" y="34673"/>
                </a:lnTo>
                <a:lnTo>
                  <a:pt x="272538" y="53311"/>
                </a:lnTo>
                <a:lnTo>
                  <a:pt x="233207" y="75520"/>
                </a:lnTo>
                <a:lnTo>
                  <a:pt x="196203" y="101093"/>
                </a:lnTo>
                <a:lnTo>
                  <a:pt x="161736" y="129821"/>
                </a:lnTo>
                <a:lnTo>
                  <a:pt x="130012" y="161497"/>
                </a:lnTo>
                <a:lnTo>
                  <a:pt x="101241" y="195912"/>
                </a:lnTo>
                <a:lnTo>
                  <a:pt x="75630" y="232860"/>
                </a:lnTo>
                <a:lnTo>
                  <a:pt x="53388" y="272131"/>
                </a:lnTo>
                <a:lnTo>
                  <a:pt x="34724" y="313517"/>
                </a:lnTo>
                <a:lnTo>
                  <a:pt x="19844" y="356812"/>
                </a:lnTo>
                <a:lnTo>
                  <a:pt x="8958" y="401806"/>
                </a:lnTo>
                <a:lnTo>
                  <a:pt x="2274" y="448292"/>
                </a:lnTo>
                <a:lnTo>
                  <a:pt x="0" y="496062"/>
                </a:lnTo>
                <a:lnTo>
                  <a:pt x="2274" y="543831"/>
                </a:lnTo>
                <a:lnTo>
                  <a:pt x="8958" y="590317"/>
                </a:lnTo>
                <a:lnTo>
                  <a:pt x="19844" y="635311"/>
                </a:lnTo>
                <a:lnTo>
                  <a:pt x="34724" y="678606"/>
                </a:lnTo>
                <a:lnTo>
                  <a:pt x="53388" y="719992"/>
                </a:lnTo>
                <a:lnTo>
                  <a:pt x="75630" y="759263"/>
                </a:lnTo>
                <a:lnTo>
                  <a:pt x="101241" y="796211"/>
                </a:lnTo>
                <a:lnTo>
                  <a:pt x="130012" y="830626"/>
                </a:lnTo>
                <a:lnTo>
                  <a:pt x="161736" y="862302"/>
                </a:lnTo>
                <a:lnTo>
                  <a:pt x="196203" y="891030"/>
                </a:lnTo>
                <a:lnTo>
                  <a:pt x="233207" y="916603"/>
                </a:lnTo>
                <a:lnTo>
                  <a:pt x="272538" y="938812"/>
                </a:lnTo>
                <a:lnTo>
                  <a:pt x="313989" y="957450"/>
                </a:lnTo>
                <a:lnTo>
                  <a:pt x="357351" y="972307"/>
                </a:lnTo>
                <a:lnTo>
                  <a:pt x="402417" y="983178"/>
                </a:lnTo>
                <a:lnTo>
                  <a:pt x="448977" y="989852"/>
                </a:lnTo>
                <a:lnTo>
                  <a:pt x="496824" y="992124"/>
                </a:lnTo>
                <a:lnTo>
                  <a:pt x="544680" y="989852"/>
                </a:lnTo>
                <a:lnTo>
                  <a:pt x="591248" y="983178"/>
                </a:lnTo>
                <a:lnTo>
                  <a:pt x="636318" y="972307"/>
                </a:lnTo>
                <a:lnTo>
                  <a:pt x="679684" y="957450"/>
                </a:lnTo>
                <a:lnTo>
                  <a:pt x="721137" y="938812"/>
                </a:lnTo>
                <a:lnTo>
                  <a:pt x="760468" y="916603"/>
                </a:lnTo>
                <a:lnTo>
                  <a:pt x="797471" y="891030"/>
                </a:lnTo>
                <a:lnTo>
                  <a:pt x="831937" y="862302"/>
                </a:lnTo>
                <a:lnTo>
                  <a:pt x="863657" y="830626"/>
                </a:lnTo>
                <a:lnTo>
                  <a:pt x="892425" y="796211"/>
                </a:lnTo>
                <a:lnTo>
                  <a:pt x="918032" y="759263"/>
                </a:lnTo>
                <a:lnTo>
                  <a:pt x="940270" y="719992"/>
                </a:lnTo>
                <a:lnTo>
                  <a:pt x="958931" y="678606"/>
                </a:lnTo>
                <a:lnTo>
                  <a:pt x="973808" y="635311"/>
                </a:lnTo>
                <a:lnTo>
                  <a:pt x="984691" y="590317"/>
                </a:lnTo>
                <a:lnTo>
                  <a:pt x="991374" y="543831"/>
                </a:lnTo>
                <a:lnTo>
                  <a:pt x="993647" y="496062"/>
                </a:lnTo>
                <a:lnTo>
                  <a:pt x="991374" y="448292"/>
                </a:lnTo>
                <a:lnTo>
                  <a:pt x="984691" y="401806"/>
                </a:lnTo>
                <a:lnTo>
                  <a:pt x="973808" y="356812"/>
                </a:lnTo>
                <a:lnTo>
                  <a:pt x="958931" y="313517"/>
                </a:lnTo>
                <a:lnTo>
                  <a:pt x="940270" y="272131"/>
                </a:lnTo>
                <a:lnTo>
                  <a:pt x="918032" y="232860"/>
                </a:lnTo>
                <a:lnTo>
                  <a:pt x="892425" y="195912"/>
                </a:lnTo>
                <a:lnTo>
                  <a:pt x="863657" y="161497"/>
                </a:lnTo>
                <a:lnTo>
                  <a:pt x="831937" y="129821"/>
                </a:lnTo>
                <a:lnTo>
                  <a:pt x="797471" y="101093"/>
                </a:lnTo>
                <a:lnTo>
                  <a:pt x="760468" y="75520"/>
                </a:lnTo>
                <a:lnTo>
                  <a:pt x="721137" y="53311"/>
                </a:lnTo>
                <a:lnTo>
                  <a:pt x="679684" y="34673"/>
                </a:lnTo>
                <a:lnTo>
                  <a:pt x="636318" y="19816"/>
                </a:lnTo>
                <a:lnTo>
                  <a:pt x="591248" y="8945"/>
                </a:lnTo>
                <a:lnTo>
                  <a:pt x="544680" y="2271"/>
                </a:lnTo>
                <a:lnTo>
                  <a:pt x="496824" y="0"/>
                </a:lnTo>
                <a:close/>
              </a:path>
            </a:pathLst>
          </a:custGeom>
          <a:solidFill>
            <a:srgbClr val="FC611F"/>
          </a:solidFill>
        </p:spPr>
        <p:txBody>
          <a:bodyPr wrap="square" lIns="0" tIns="0" rIns="0" bIns="0" rtlCol="0"/>
          <a:lstStyle/>
          <a:p>
            <a:endParaRPr/>
          </a:p>
        </p:txBody>
      </p:sp>
      <p:sp>
        <p:nvSpPr>
          <p:cNvPr id="3" name="object 3"/>
          <p:cNvSpPr txBox="1"/>
          <p:nvPr/>
        </p:nvSpPr>
        <p:spPr>
          <a:xfrm>
            <a:off x="1086713" y="4883658"/>
            <a:ext cx="235585" cy="436880"/>
          </a:xfrm>
          <a:prstGeom prst="rect">
            <a:avLst/>
          </a:prstGeom>
        </p:spPr>
        <p:txBody>
          <a:bodyPr vert="horz" wrap="square" lIns="0" tIns="12700" rIns="0" bIns="0" rtlCol="0">
            <a:spAutoFit/>
          </a:bodyPr>
          <a:lstStyle/>
          <a:p>
            <a:pPr marL="12700">
              <a:lnSpc>
                <a:spcPct val="100000"/>
              </a:lnSpc>
              <a:spcBef>
                <a:spcPts val="100"/>
              </a:spcBef>
            </a:pPr>
            <a:r>
              <a:rPr sz="2700" spc="125" dirty="0">
                <a:solidFill>
                  <a:srgbClr val="FFFDFD"/>
                </a:solidFill>
                <a:latin typeface="Tahoma"/>
                <a:cs typeface="Tahoma"/>
              </a:rPr>
              <a:t>5</a:t>
            </a:r>
            <a:endParaRPr sz="2700">
              <a:latin typeface="Tahoma"/>
              <a:cs typeface="Tahoma"/>
            </a:endParaRPr>
          </a:p>
        </p:txBody>
      </p:sp>
      <p:sp>
        <p:nvSpPr>
          <p:cNvPr id="4" name="object 4"/>
          <p:cNvSpPr/>
          <p:nvPr/>
        </p:nvSpPr>
        <p:spPr>
          <a:xfrm>
            <a:off x="950975" y="3320796"/>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3"/>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7"/>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3"/>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5" name="object 5"/>
          <p:cNvSpPr txBox="1"/>
          <p:nvPr/>
        </p:nvSpPr>
        <p:spPr>
          <a:xfrm>
            <a:off x="1125727" y="3431285"/>
            <a:ext cx="158115" cy="285115"/>
          </a:xfrm>
          <a:prstGeom prst="rect">
            <a:avLst/>
          </a:prstGeom>
        </p:spPr>
        <p:txBody>
          <a:bodyPr vert="horz" wrap="square" lIns="0" tIns="12700" rIns="0" bIns="0" rtlCol="0">
            <a:spAutoFit/>
          </a:bodyPr>
          <a:lstStyle/>
          <a:p>
            <a:pPr marL="12700">
              <a:lnSpc>
                <a:spcPct val="100000"/>
              </a:lnSpc>
              <a:spcBef>
                <a:spcPts val="100"/>
              </a:spcBef>
            </a:pPr>
            <a:r>
              <a:rPr sz="1700" spc="60" dirty="0">
                <a:solidFill>
                  <a:srgbClr val="181818"/>
                </a:solidFill>
                <a:latin typeface="Tahoma"/>
                <a:cs typeface="Tahoma"/>
              </a:rPr>
              <a:t>3</a:t>
            </a:r>
            <a:endParaRPr sz="1700">
              <a:latin typeface="Tahoma"/>
              <a:cs typeface="Tahoma"/>
            </a:endParaRPr>
          </a:p>
        </p:txBody>
      </p:sp>
      <p:sp>
        <p:nvSpPr>
          <p:cNvPr id="6" name="object 6"/>
          <p:cNvSpPr/>
          <p:nvPr/>
        </p:nvSpPr>
        <p:spPr>
          <a:xfrm>
            <a:off x="950975" y="1987295"/>
            <a:ext cx="509270" cy="544195"/>
          </a:xfrm>
          <a:custGeom>
            <a:avLst/>
            <a:gdLst/>
            <a:ahLst/>
            <a:cxnLst/>
            <a:rect l="l" t="t" r="r" b="b"/>
            <a:pathLst>
              <a:path w="509269" h="544194">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3"/>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8"/>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3"/>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7" name="object 7"/>
          <p:cNvSpPr txBox="1"/>
          <p:nvPr/>
        </p:nvSpPr>
        <p:spPr>
          <a:xfrm>
            <a:off x="1153160" y="2097405"/>
            <a:ext cx="102870" cy="285115"/>
          </a:xfrm>
          <a:prstGeom prst="rect">
            <a:avLst/>
          </a:prstGeom>
        </p:spPr>
        <p:txBody>
          <a:bodyPr vert="horz" wrap="square" lIns="0" tIns="12700" rIns="0" bIns="0" rtlCol="0">
            <a:spAutoFit/>
          </a:bodyPr>
          <a:lstStyle/>
          <a:p>
            <a:pPr marL="12700">
              <a:lnSpc>
                <a:spcPct val="100000"/>
              </a:lnSpc>
              <a:spcBef>
                <a:spcPts val="100"/>
              </a:spcBef>
            </a:pPr>
            <a:r>
              <a:rPr sz="1700" spc="-375" dirty="0">
                <a:solidFill>
                  <a:srgbClr val="181818"/>
                </a:solidFill>
                <a:latin typeface="Tahoma"/>
                <a:cs typeface="Tahoma"/>
              </a:rPr>
              <a:t>1</a:t>
            </a:r>
            <a:endParaRPr sz="1700">
              <a:latin typeface="Tahoma"/>
              <a:cs typeface="Tahoma"/>
            </a:endParaRPr>
          </a:p>
        </p:txBody>
      </p:sp>
      <p:sp>
        <p:nvSpPr>
          <p:cNvPr id="8" name="object 8"/>
          <p:cNvSpPr/>
          <p:nvPr/>
        </p:nvSpPr>
        <p:spPr>
          <a:xfrm>
            <a:off x="950975" y="3988308"/>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3"/>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7"/>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3"/>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9" name="object 9"/>
          <p:cNvSpPr txBox="1"/>
          <p:nvPr/>
        </p:nvSpPr>
        <p:spPr>
          <a:xfrm>
            <a:off x="1119632" y="4098797"/>
            <a:ext cx="170815" cy="285115"/>
          </a:xfrm>
          <a:prstGeom prst="rect">
            <a:avLst/>
          </a:prstGeom>
        </p:spPr>
        <p:txBody>
          <a:bodyPr vert="horz" wrap="square" lIns="0" tIns="13335" rIns="0" bIns="0" rtlCol="0">
            <a:spAutoFit/>
          </a:bodyPr>
          <a:lstStyle/>
          <a:p>
            <a:pPr marL="12700">
              <a:lnSpc>
                <a:spcPct val="100000"/>
              </a:lnSpc>
              <a:spcBef>
                <a:spcPts val="105"/>
              </a:spcBef>
            </a:pPr>
            <a:r>
              <a:rPr sz="1700" spc="160" dirty="0">
                <a:solidFill>
                  <a:srgbClr val="181818"/>
                </a:solidFill>
                <a:latin typeface="Tahoma"/>
                <a:cs typeface="Tahoma"/>
              </a:rPr>
              <a:t>4</a:t>
            </a:r>
            <a:endParaRPr sz="1700">
              <a:latin typeface="Tahoma"/>
              <a:cs typeface="Tahoma"/>
            </a:endParaRPr>
          </a:p>
        </p:txBody>
      </p:sp>
      <p:sp>
        <p:nvSpPr>
          <p:cNvPr id="10" name="object 10"/>
          <p:cNvSpPr/>
          <p:nvPr/>
        </p:nvSpPr>
        <p:spPr>
          <a:xfrm>
            <a:off x="950975" y="2653283"/>
            <a:ext cx="509270" cy="544195"/>
          </a:xfrm>
          <a:custGeom>
            <a:avLst/>
            <a:gdLst/>
            <a:ahLst/>
            <a:cxnLst/>
            <a:rect l="l" t="t" r="r" b="b"/>
            <a:pathLst>
              <a:path w="509269" h="544194">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4"/>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8"/>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4"/>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11" name="object 11"/>
          <p:cNvSpPr txBox="1"/>
          <p:nvPr/>
        </p:nvSpPr>
        <p:spPr>
          <a:xfrm>
            <a:off x="1127252" y="2763393"/>
            <a:ext cx="155575" cy="285115"/>
          </a:xfrm>
          <a:prstGeom prst="rect">
            <a:avLst/>
          </a:prstGeom>
        </p:spPr>
        <p:txBody>
          <a:bodyPr vert="horz" wrap="square" lIns="0" tIns="12700" rIns="0" bIns="0" rtlCol="0">
            <a:spAutoFit/>
          </a:bodyPr>
          <a:lstStyle/>
          <a:p>
            <a:pPr marL="12700">
              <a:lnSpc>
                <a:spcPct val="100000"/>
              </a:lnSpc>
              <a:spcBef>
                <a:spcPts val="100"/>
              </a:spcBef>
            </a:pPr>
            <a:r>
              <a:rPr sz="1700" spc="40" dirty="0">
                <a:solidFill>
                  <a:srgbClr val="181818"/>
                </a:solidFill>
                <a:latin typeface="Tahoma"/>
                <a:cs typeface="Tahoma"/>
              </a:rPr>
              <a:t>2</a:t>
            </a:r>
            <a:endParaRPr sz="1700">
              <a:latin typeface="Tahoma"/>
              <a:cs typeface="Tahoma"/>
            </a:endParaRPr>
          </a:p>
        </p:txBody>
      </p:sp>
      <p:sp>
        <p:nvSpPr>
          <p:cNvPr id="12" name="object 12"/>
          <p:cNvSpPr/>
          <p:nvPr/>
        </p:nvSpPr>
        <p:spPr>
          <a:xfrm>
            <a:off x="950975" y="6429755"/>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4"/>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8"/>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4"/>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13" name="object 13"/>
          <p:cNvSpPr txBox="1"/>
          <p:nvPr/>
        </p:nvSpPr>
        <p:spPr>
          <a:xfrm>
            <a:off x="1127252" y="6541389"/>
            <a:ext cx="154940" cy="285115"/>
          </a:xfrm>
          <a:prstGeom prst="rect">
            <a:avLst/>
          </a:prstGeom>
        </p:spPr>
        <p:txBody>
          <a:bodyPr vert="horz" wrap="square" lIns="0" tIns="13335" rIns="0" bIns="0" rtlCol="0">
            <a:spAutoFit/>
          </a:bodyPr>
          <a:lstStyle/>
          <a:p>
            <a:pPr marL="12700">
              <a:lnSpc>
                <a:spcPct val="100000"/>
              </a:lnSpc>
              <a:spcBef>
                <a:spcPts val="105"/>
              </a:spcBef>
            </a:pPr>
            <a:r>
              <a:rPr sz="1700" spc="30" dirty="0">
                <a:solidFill>
                  <a:srgbClr val="181818"/>
                </a:solidFill>
                <a:latin typeface="Tahoma"/>
                <a:cs typeface="Tahoma"/>
              </a:rPr>
              <a:t>7</a:t>
            </a:r>
            <a:endParaRPr sz="1700">
              <a:latin typeface="Tahoma"/>
              <a:cs typeface="Tahoma"/>
            </a:endParaRPr>
          </a:p>
        </p:txBody>
      </p:sp>
      <p:sp>
        <p:nvSpPr>
          <p:cNvPr id="14" name="object 14"/>
          <p:cNvSpPr/>
          <p:nvPr/>
        </p:nvSpPr>
        <p:spPr>
          <a:xfrm>
            <a:off x="950975" y="5765291"/>
            <a:ext cx="509270" cy="542925"/>
          </a:xfrm>
          <a:custGeom>
            <a:avLst/>
            <a:gdLst/>
            <a:ahLst/>
            <a:cxnLst/>
            <a:rect l="l" t="t" r="r" b="b"/>
            <a:pathLst>
              <a:path w="509269" h="542925">
                <a:moveTo>
                  <a:pt x="254508" y="0"/>
                </a:moveTo>
                <a:lnTo>
                  <a:pt x="208759" y="4369"/>
                </a:lnTo>
                <a:lnTo>
                  <a:pt x="165700" y="16966"/>
                </a:lnTo>
                <a:lnTo>
                  <a:pt x="126051" y="37027"/>
                </a:lnTo>
                <a:lnTo>
                  <a:pt x="90530" y="63786"/>
                </a:lnTo>
                <a:lnTo>
                  <a:pt x="59856" y="96478"/>
                </a:lnTo>
                <a:lnTo>
                  <a:pt x="34747" y="134337"/>
                </a:lnTo>
                <a:lnTo>
                  <a:pt x="15922" y="176600"/>
                </a:lnTo>
                <a:lnTo>
                  <a:pt x="4100" y="222499"/>
                </a:lnTo>
                <a:lnTo>
                  <a:pt x="0" y="271272"/>
                </a:lnTo>
                <a:lnTo>
                  <a:pt x="4100" y="320044"/>
                </a:lnTo>
                <a:lnTo>
                  <a:pt x="15922" y="365943"/>
                </a:lnTo>
                <a:lnTo>
                  <a:pt x="34747" y="408206"/>
                </a:lnTo>
                <a:lnTo>
                  <a:pt x="59856" y="446065"/>
                </a:lnTo>
                <a:lnTo>
                  <a:pt x="90530" y="478757"/>
                </a:lnTo>
                <a:lnTo>
                  <a:pt x="126051" y="505516"/>
                </a:lnTo>
                <a:lnTo>
                  <a:pt x="165700" y="525577"/>
                </a:lnTo>
                <a:lnTo>
                  <a:pt x="208759" y="538174"/>
                </a:lnTo>
                <a:lnTo>
                  <a:pt x="254508" y="542544"/>
                </a:lnTo>
                <a:lnTo>
                  <a:pt x="300263" y="538174"/>
                </a:lnTo>
                <a:lnTo>
                  <a:pt x="343325" y="525577"/>
                </a:lnTo>
                <a:lnTo>
                  <a:pt x="382975" y="505516"/>
                </a:lnTo>
                <a:lnTo>
                  <a:pt x="418495" y="478757"/>
                </a:lnTo>
                <a:lnTo>
                  <a:pt x="449168" y="446065"/>
                </a:lnTo>
                <a:lnTo>
                  <a:pt x="474274" y="408206"/>
                </a:lnTo>
                <a:lnTo>
                  <a:pt x="493096" y="365943"/>
                </a:lnTo>
                <a:lnTo>
                  <a:pt x="504916" y="320044"/>
                </a:lnTo>
                <a:lnTo>
                  <a:pt x="509016" y="271272"/>
                </a:lnTo>
                <a:lnTo>
                  <a:pt x="504916" y="222499"/>
                </a:lnTo>
                <a:lnTo>
                  <a:pt x="493096" y="176600"/>
                </a:lnTo>
                <a:lnTo>
                  <a:pt x="474274" y="134337"/>
                </a:lnTo>
                <a:lnTo>
                  <a:pt x="449168" y="96478"/>
                </a:lnTo>
                <a:lnTo>
                  <a:pt x="418495" y="63786"/>
                </a:lnTo>
                <a:lnTo>
                  <a:pt x="382975" y="37027"/>
                </a:lnTo>
                <a:lnTo>
                  <a:pt x="343325" y="16966"/>
                </a:lnTo>
                <a:lnTo>
                  <a:pt x="300263" y="4369"/>
                </a:lnTo>
                <a:lnTo>
                  <a:pt x="254508" y="0"/>
                </a:lnTo>
                <a:close/>
              </a:path>
            </a:pathLst>
          </a:custGeom>
          <a:ln w="9144">
            <a:solidFill>
              <a:srgbClr val="FC611F"/>
            </a:solidFill>
          </a:ln>
        </p:spPr>
        <p:txBody>
          <a:bodyPr wrap="square" lIns="0" tIns="0" rIns="0" bIns="0" rtlCol="0"/>
          <a:lstStyle/>
          <a:p>
            <a:endParaRPr/>
          </a:p>
        </p:txBody>
      </p:sp>
      <p:sp>
        <p:nvSpPr>
          <p:cNvPr id="15" name="object 15"/>
          <p:cNvSpPr txBox="1"/>
          <p:nvPr/>
        </p:nvSpPr>
        <p:spPr>
          <a:xfrm>
            <a:off x="1122680" y="5875401"/>
            <a:ext cx="165735" cy="285115"/>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6</a:t>
            </a:r>
            <a:endParaRPr sz="1700">
              <a:latin typeface="Tahoma"/>
              <a:cs typeface="Tahoma"/>
            </a:endParaRPr>
          </a:p>
        </p:txBody>
      </p:sp>
      <p:sp>
        <p:nvSpPr>
          <p:cNvPr id="16" name="object 16"/>
          <p:cNvSpPr/>
          <p:nvPr/>
        </p:nvSpPr>
        <p:spPr>
          <a:xfrm>
            <a:off x="950975" y="7088123"/>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3"/>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8"/>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3"/>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17" name="object 17"/>
          <p:cNvSpPr txBox="1"/>
          <p:nvPr/>
        </p:nvSpPr>
        <p:spPr>
          <a:xfrm>
            <a:off x="1124203" y="7199503"/>
            <a:ext cx="161925" cy="285115"/>
          </a:xfrm>
          <a:prstGeom prst="rect">
            <a:avLst/>
          </a:prstGeom>
        </p:spPr>
        <p:txBody>
          <a:bodyPr vert="horz" wrap="square" lIns="0" tIns="12700" rIns="0" bIns="0" rtlCol="0">
            <a:spAutoFit/>
          </a:bodyPr>
          <a:lstStyle/>
          <a:p>
            <a:pPr marL="12700">
              <a:lnSpc>
                <a:spcPct val="100000"/>
              </a:lnSpc>
              <a:spcBef>
                <a:spcPts val="100"/>
              </a:spcBef>
            </a:pPr>
            <a:r>
              <a:rPr sz="1700" spc="95" dirty="0">
                <a:solidFill>
                  <a:srgbClr val="181818"/>
                </a:solidFill>
                <a:latin typeface="Tahoma"/>
                <a:cs typeface="Tahoma"/>
              </a:rPr>
              <a:t>8</a:t>
            </a:r>
            <a:endParaRPr sz="1700">
              <a:latin typeface="Tahoma"/>
              <a:cs typeface="Tahoma"/>
            </a:endParaRPr>
          </a:p>
        </p:txBody>
      </p:sp>
      <p:sp>
        <p:nvSpPr>
          <p:cNvPr id="18" name="object 18"/>
          <p:cNvSpPr/>
          <p:nvPr/>
        </p:nvSpPr>
        <p:spPr>
          <a:xfrm>
            <a:off x="950975" y="7755635"/>
            <a:ext cx="509270" cy="544195"/>
          </a:xfrm>
          <a:custGeom>
            <a:avLst/>
            <a:gdLst/>
            <a:ahLst/>
            <a:cxnLst/>
            <a:rect l="l" t="t" r="r" b="b"/>
            <a:pathLst>
              <a:path w="509269" h="544195">
                <a:moveTo>
                  <a:pt x="254508" y="0"/>
                </a:moveTo>
                <a:lnTo>
                  <a:pt x="208759" y="4382"/>
                </a:lnTo>
                <a:lnTo>
                  <a:pt x="165700" y="17019"/>
                </a:lnTo>
                <a:lnTo>
                  <a:pt x="126051" y="37140"/>
                </a:lnTo>
                <a:lnTo>
                  <a:pt x="90530" y="63978"/>
                </a:lnTo>
                <a:lnTo>
                  <a:pt x="59856" y="96765"/>
                </a:lnTo>
                <a:lnTo>
                  <a:pt x="34747" y="134732"/>
                </a:lnTo>
                <a:lnTo>
                  <a:pt x="15922" y="177112"/>
                </a:lnTo>
                <a:lnTo>
                  <a:pt x="4100" y="223135"/>
                </a:lnTo>
                <a:lnTo>
                  <a:pt x="0" y="272033"/>
                </a:lnTo>
                <a:lnTo>
                  <a:pt x="4100" y="320932"/>
                </a:lnTo>
                <a:lnTo>
                  <a:pt x="15922" y="366955"/>
                </a:lnTo>
                <a:lnTo>
                  <a:pt x="34747" y="409335"/>
                </a:lnTo>
                <a:lnTo>
                  <a:pt x="59856" y="447302"/>
                </a:lnTo>
                <a:lnTo>
                  <a:pt x="90530" y="480089"/>
                </a:lnTo>
                <a:lnTo>
                  <a:pt x="126051" y="506927"/>
                </a:lnTo>
                <a:lnTo>
                  <a:pt x="165700" y="527048"/>
                </a:lnTo>
                <a:lnTo>
                  <a:pt x="208759" y="539685"/>
                </a:lnTo>
                <a:lnTo>
                  <a:pt x="254508" y="544067"/>
                </a:lnTo>
                <a:lnTo>
                  <a:pt x="300263" y="539685"/>
                </a:lnTo>
                <a:lnTo>
                  <a:pt x="343325" y="527048"/>
                </a:lnTo>
                <a:lnTo>
                  <a:pt x="382975" y="506927"/>
                </a:lnTo>
                <a:lnTo>
                  <a:pt x="418495" y="480089"/>
                </a:lnTo>
                <a:lnTo>
                  <a:pt x="449168" y="447302"/>
                </a:lnTo>
                <a:lnTo>
                  <a:pt x="474274" y="409335"/>
                </a:lnTo>
                <a:lnTo>
                  <a:pt x="493096" y="366955"/>
                </a:lnTo>
                <a:lnTo>
                  <a:pt x="504916" y="320932"/>
                </a:lnTo>
                <a:lnTo>
                  <a:pt x="509016" y="272033"/>
                </a:lnTo>
                <a:lnTo>
                  <a:pt x="504916" y="223135"/>
                </a:lnTo>
                <a:lnTo>
                  <a:pt x="493096" y="177112"/>
                </a:lnTo>
                <a:lnTo>
                  <a:pt x="474274" y="134732"/>
                </a:lnTo>
                <a:lnTo>
                  <a:pt x="449168" y="96765"/>
                </a:lnTo>
                <a:lnTo>
                  <a:pt x="418495" y="63978"/>
                </a:lnTo>
                <a:lnTo>
                  <a:pt x="382975" y="37140"/>
                </a:lnTo>
                <a:lnTo>
                  <a:pt x="343325" y="17019"/>
                </a:lnTo>
                <a:lnTo>
                  <a:pt x="300263" y="4382"/>
                </a:lnTo>
                <a:lnTo>
                  <a:pt x="254508" y="0"/>
                </a:lnTo>
                <a:close/>
              </a:path>
            </a:pathLst>
          </a:custGeom>
          <a:ln w="9144">
            <a:solidFill>
              <a:srgbClr val="FC611F"/>
            </a:solidFill>
          </a:ln>
        </p:spPr>
        <p:txBody>
          <a:bodyPr wrap="square" lIns="0" tIns="0" rIns="0" bIns="0" rtlCol="0"/>
          <a:lstStyle/>
          <a:p>
            <a:endParaRPr/>
          </a:p>
        </p:txBody>
      </p:sp>
      <p:sp>
        <p:nvSpPr>
          <p:cNvPr id="19" name="object 19"/>
          <p:cNvSpPr txBox="1"/>
          <p:nvPr/>
        </p:nvSpPr>
        <p:spPr>
          <a:xfrm>
            <a:off x="1122680" y="7867268"/>
            <a:ext cx="165735" cy="285115"/>
          </a:xfrm>
          <a:prstGeom prst="rect">
            <a:avLst/>
          </a:prstGeom>
        </p:spPr>
        <p:txBody>
          <a:bodyPr vert="horz" wrap="square" lIns="0" tIns="12700" rIns="0" bIns="0" rtlCol="0">
            <a:spAutoFit/>
          </a:bodyPr>
          <a:lstStyle/>
          <a:p>
            <a:pPr marL="12700">
              <a:lnSpc>
                <a:spcPct val="100000"/>
              </a:lnSpc>
              <a:spcBef>
                <a:spcPts val="100"/>
              </a:spcBef>
            </a:pPr>
            <a:r>
              <a:rPr sz="1700" spc="125" dirty="0">
                <a:solidFill>
                  <a:srgbClr val="181818"/>
                </a:solidFill>
                <a:latin typeface="Tahoma"/>
                <a:cs typeface="Tahoma"/>
              </a:rPr>
              <a:t>9</a:t>
            </a:r>
            <a:endParaRPr sz="1700">
              <a:latin typeface="Tahoma"/>
              <a:cs typeface="Tahoma"/>
            </a:endParaRPr>
          </a:p>
        </p:txBody>
      </p:sp>
      <p:sp>
        <p:nvSpPr>
          <p:cNvPr id="23" name="object 2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PROPOSED</a:t>
            </a:r>
            <a:r>
              <a:rPr spc="-114" dirty="0"/>
              <a:t> </a:t>
            </a:r>
            <a:r>
              <a:rPr dirty="0"/>
              <a:t>SYSTEM</a:t>
            </a:r>
            <a:r>
              <a:rPr spc="-300" dirty="0"/>
              <a:t> </a:t>
            </a:r>
            <a:r>
              <a:rPr spc="-10" dirty="0"/>
              <a:t>ARCHITECTURE</a:t>
            </a:r>
          </a:p>
        </p:txBody>
      </p:sp>
      <p:pic>
        <p:nvPicPr>
          <p:cNvPr id="21" name="Picture 20">
            <a:extLst>
              <a:ext uri="{FF2B5EF4-FFF2-40B4-BE49-F238E27FC236}">
                <a16:creationId xmlns:a16="http://schemas.microsoft.com/office/drawing/2014/main" id="{0A53475C-F10A-A54A-4562-E1C487CFD0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2671762"/>
            <a:ext cx="14630400" cy="562806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36091" y="5318759"/>
            <a:ext cx="992505" cy="992505"/>
          </a:xfrm>
          <a:custGeom>
            <a:avLst/>
            <a:gdLst/>
            <a:ahLst/>
            <a:cxnLst/>
            <a:rect l="l" t="t" r="r" b="b"/>
            <a:pathLst>
              <a:path w="992505" h="992504">
                <a:moveTo>
                  <a:pt x="496061" y="0"/>
                </a:moveTo>
                <a:lnTo>
                  <a:pt x="448288" y="2271"/>
                </a:lnTo>
                <a:lnTo>
                  <a:pt x="401799" y="8945"/>
                </a:lnTo>
                <a:lnTo>
                  <a:pt x="356803" y="19816"/>
                </a:lnTo>
                <a:lnTo>
                  <a:pt x="313507" y="34673"/>
                </a:lnTo>
                <a:lnTo>
                  <a:pt x="272120" y="53311"/>
                </a:lnTo>
                <a:lnTo>
                  <a:pt x="232848" y="75520"/>
                </a:lnTo>
                <a:lnTo>
                  <a:pt x="195902" y="101093"/>
                </a:lnTo>
                <a:lnTo>
                  <a:pt x="161487" y="129821"/>
                </a:lnTo>
                <a:lnTo>
                  <a:pt x="129812" y="161497"/>
                </a:lnTo>
                <a:lnTo>
                  <a:pt x="101085" y="195912"/>
                </a:lnTo>
                <a:lnTo>
                  <a:pt x="75514" y="232860"/>
                </a:lnTo>
                <a:lnTo>
                  <a:pt x="53306" y="272131"/>
                </a:lnTo>
                <a:lnTo>
                  <a:pt x="34670" y="313517"/>
                </a:lnTo>
                <a:lnTo>
                  <a:pt x="19814" y="356812"/>
                </a:lnTo>
                <a:lnTo>
                  <a:pt x="8944" y="401806"/>
                </a:lnTo>
                <a:lnTo>
                  <a:pt x="2270" y="448292"/>
                </a:lnTo>
                <a:lnTo>
                  <a:pt x="0" y="496062"/>
                </a:lnTo>
                <a:lnTo>
                  <a:pt x="2270" y="543831"/>
                </a:lnTo>
                <a:lnTo>
                  <a:pt x="8944" y="590317"/>
                </a:lnTo>
                <a:lnTo>
                  <a:pt x="19814" y="635311"/>
                </a:lnTo>
                <a:lnTo>
                  <a:pt x="34670" y="678606"/>
                </a:lnTo>
                <a:lnTo>
                  <a:pt x="53306" y="719992"/>
                </a:lnTo>
                <a:lnTo>
                  <a:pt x="75514" y="759263"/>
                </a:lnTo>
                <a:lnTo>
                  <a:pt x="101085" y="796211"/>
                </a:lnTo>
                <a:lnTo>
                  <a:pt x="129812" y="830626"/>
                </a:lnTo>
                <a:lnTo>
                  <a:pt x="161487" y="862302"/>
                </a:lnTo>
                <a:lnTo>
                  <a:pt x="195902" y="891030"/>
                </a:lnTo>
                <a:lnTo>
                  <a:pt x="232848" y="916603"/>
                </a:lnTo>
                <a:lnTo>
                  <a:pt x="272120" y="938812"/>
                </a:lnTo>
                <a:lnTo>
                  <a:pt x="313507" y="957450"/>
                </a:lnTo>
                <a:lnTo>
                  <a:pt x="356803" y="972307"/>
                </a:lnTo>
                <a:lnTo>
                  <a:pt x="401799" y="983178"/>
                </a:lnTo>
                <a:lnTo>
                  <a:pt x="448288" y="989852"/>
                </a:lnTo>
                <a:lnTo>
                  <a:pt x="496061" y="992124"/>
                </a:lnTo>
                <a:lnTo>
                  <a:pt x="543831" y="989852"/>
                </a:lnTo>
                <a:lnTo>
                  <a:pt x="590317" y="983178"/>
                </a:lnTo>
                <a:lnTo>
                  <a:pt x="635311" y="972307"/>
                </a:lnTo>
                <a:lnTo>
                  <a:pt x="678606" y="957450"/>
                </a:lnTo>
                <a:lnTo>
                  <a:pt x="719992" y="938812"/>
                </a:lnTo>
                <a:lnTo>
                  <a:pt x="759263" y="916603"/>
                </a:lnTo>
                <a:lnTo>
                  <a:pt x="796211" y="891030"/>
                </a:lnTo>
                <a:lnTo>
                  <a:pt x="830626" y="862302"/>
                </a:lnTo>
                <a:lnTo>
                  <a:pt x="862302" y="830626"/>
                </a:lnTo>
                <a:lnTo>
                  <a:pt x="891030" y="796211"/>
                </a:lnTo>
                <a:lnTo>
                  <a:pt x="916603" y="759263"/>
                </a:lnTo>
                <a:lnTo>
                  <a:pt x="938812" y="719992"/>
                </a:lnTo>
                <a:lnTo>
                  <a:pt x="957450" y="678606"/>
                </a:lnTo>
                <a:lnTo>
                  <a:pt x="972307" y="635311"/>
                </a:lnTo>
                <a:lnTo>
                  <a:pt x="983178" y="590317"/>
                </a:lnTo>
                <a:lnTo>
                  <a:pt x="989852" y="543831"/>
                </a:lnTo>
                <a:lnTo>
                  <a:pt x="992124" y="496062"/>
                </a:lnTo>
                <a:lnTo>
                  <a:pt x="989852" y="448292"/>
                </a:lnTo>
                <a:lnTo>
                  <a:pt x="983178" y="401806"/>
                </a:lnTo>
                <a:lnTo>
                  <a:pt x="972307" y="356812"/>
                </a:lnTo>
                <a:lnTo>
                  <a:pt x="957450" y="313517"/>
                </a:lnTo>
                <a:lnTo>
                  <a:pt x="938812" y="272131"/>
                </a:lnTo>
                <a:lnTo>
                  <a:pt x="916603" y="232860"/>
                </a:lnTo>
                <a:lnTo>
                  <a:pt x="891030" y="195912"/>
                </a:lnTo>
                <a:lnTo>
                  <a:pt x="862302" y="161497"/>
                </a:lnTo>
                <a:lnTo>
                  <a:pt x="830626" y="129821"/>
                </a:lnTo>
                <a:lnTo>
                  <a:pt x="796211" y="101093"/>
                </a:lnTo>
                <a:lnTo>
                  <a:pt x="759263" y="75520"/>
                </a:lnTo>
                <a:lnTo>
                  <a:pt x="719992" y="53311"/>
                </a:lnTo>
                <a:lnTo>
                  <a:pt x="678606" y="34673"/>
                </a:lnTo>
                <a:lnTo>
                  <a:pt x="635311" y="19816"/>
                </a:lnTo>
                <a:lnTo>
                  <a:pt x="590317" y="8945"/>
                </a:lnTo>
                <a:lnTo>
                  <a:pt x="543831" y="2271"/>
                </a:lnTo>
                <a:lnTo>
                  <a:pt x="496061" y="0"/>
                </a:lnTo>
                <a:close/>
              </a:path>
            </a:pathLst>
          </a:custGeom>
          <a:solidFill>
            <a:srgbClr val="FC611F"/>
          </a:solidFill>
        </p:spPr>
        <p:txBody>
          <a:bodyPr wrap="square" lIns="0" tIns="0" rIns="0" bIns="0" rtlCol="0"/>
          <a:lstStyle/>
          <a:p>
            <a:endParaRPr/>
          </a:p>
        </p:txBody>
      </p:sp>
      <p:sp>
        <p:nvSpPr>
          <p:cNvPr id="3" name="object 3"/>
          <p:cNvSpPr txBox="1"/>
          <p:nvPr/>
        </p:nvSpPr>
        <p:spPr>
          <a:xfrm>
            <a:off x="1106830" y="5546597"/>
            <a:ext cx="247650" cy="436880"/>
          </a:xfrm>
          <a:prstGeom prst="rect">
            <a:avLst/>
          </a:prstGeom>
        </p:spPr>
        <p:txBody>
          <a:bodyPr vert="horz" wrap="square" lIns="0" tIns="12700" rIns="0" bIns="0" rtlCol="0">
            <a:spAutoFit/>
          </a:bodyPr>
          <a:lstStyle/>
          <a:p>
            <a:pPr marL="12700">
              <a:lnSpc>
                <a:spcPct val="100000"/>
              </a:lnSpc>
              <a:spcBef>
                <a:spcPts val="100"/>
              </a:spcBef>
            </a:pPr>
            <a:r>
              <a:rPr sz="2700" spc="215" dirty="0">
                <a:solidFill>
                  <a:srgbClr val="FFFDFD"/>
                </a:solidFill>
                <a:latin typeface="Tahoma"/>
                <a:cs typeface="Tahoma"/>
              </a:rPr>
              <a:t>6</a:t>
            </a:r>
            <a:endParaRPr sz="2700">
              <a:latin typeface="Tahoma"/>
              <a:cs typeface="Tahoma"/>
            </a:endParaRPr>
          </a:p>
        </p:txBody>
      </p:sp>
      <p:sp>
        <p:nvSpPr>
          <p:cNvPr id="4" name="object 4"/>
          <p:cNvSpPr/>
          <p:nvPr/>
        </p:nvSpPr>
        <p:spPr>
          <a:xfrm>
            <a:off x="978408" y="3316223"/>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3"/>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3"/>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5" name="object 5"/>
          <p:cNvSpPr txBox="1"/>
          <p:nvPr/>
        </p:nvSpPr>
        <p:spPr>
          <a:xfrm>
            <a:off x="1151940" y="3426333"/>
            <a:ext cx="158115" cy="285115"/>
          </a:xfrm>
          <a:prstGeom prst="rect">
            <a:avLst/>
          </a:prstGeom>
        </p:spPr>
        <p:txBody>
          <a:bodyPr vert="horz" wrap="square" lIns="0" tIns="12700" rIns="0" bIns="0" rtlCol="0">
            <a:spAutoFit/>
          </a:bodyPr>
          <a:lstStyle/>
          <a:p>
            <a:pPr marL="12700">
              <a:lnSpc>
                <a:spcPct val="100000"/>
              </a:lnSpc>
              <a:spcBef>
                <a:spcPts val="100"/>
              </a:spcBef>
            </a:pPr>
            <a:r>
              <a:rPr sz="1700" spc="60" dirty="0">
                <a:solidFill>
                  <a:srgbClr val="181818"/>
                </a:solidFill>
                <a:latin typeface="Tahoma"/>
                <a:cs typeface="Tahoma"/>
              </a:rPr>
              <a:t>3</a:t>
            </a:r>
            <a:endParaRPr sz="1700">
              <a:latin typeface="Tahoma"/>
              <a:cs typeface="Tahoma"/>
            </a:endParaRPr>
          </a:p>
        </p:txBody>
      </p:sp>
      <p:sp>
        <p:nvSpPr>
          <p:cNvPr id="6" name="object 6"/>
          <p:cNvSpPr/>
          <p:nvPr/>
        </p:nvSpPr>
        <p:spPr>
          <a:xfrm>
            <a:off x="978408" y="1982723"/>
            <a:ext cx="508000" cy="544195"/>
          </a:xfrm>
          <a:custGeom>
            <a:avLst/>
            <a:gdLst/>
            <a:ahLst/>
            <a:cxnLst/>
            <a:rect l="l" t="t" r="r" b="b"/>
            <a:pathLst>
              <a:path w="508000" h="544194">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3"/>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8"/>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3"/>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7" name="object 7"/>
          <p:cNvSpPr txBox="1"/>
          <p:nvPr/>
        </p:nvSpPr>
        <p:spPr>
          <a:xfrm>
            <a:off x="1179372" y="2092833"/>
            <a:ext cx="102870" cy="285115"/>
          </a:xfrm>
          <a:prstGeom prst="rect">
            <a:avLst/>
          </a:prstGeom>
        </p:spPr>
        <p:txBody>
          <a:bodyPr vert="horz" wrap="square" lIns="0" tIns="12700" rIns="0" bIns="0" rtlCol="0">
            <a:spAutoFit/>
          </a:bodyPr>
          <a:lstStyle/>
          <a:p>
            <a:pPr marL="12700">
              <a:lnSpc>
                <a:spcPct val="100000"/>
              </a:lnSpc>
              <a:spcBef>
                <a:spcPts val="100"/>
              </a:spcBef>
            </a:pPr>
            <a:r>
              <a:rPr sz="1700" spc="-375" dirty="0">
                <a:solidFill>
                  <a:srgbClr val="181818"/>
                </a:solidFill>
                <a:latin typeface="Tahoma"/>
                <a:cs typeface="Tahoma"/>
              </a:rPr>
              <a:t>1</a:t>
            </a:r>
            <a:endParaRPr sz="1700">
              <a:latin typeface="Tahoma"/>
              <a:cs typeface="Tahoma"/>
            </a:endParaRPr>
          </a:p>
        </p:txBody>
      </p:sp>
      <p:sp>
        <p:nvSpPr>
          <p:cNvPr id="8" name="object 8"/>
          <p:cNvSpPr/>
          <p:nvPr/>
        </p:nvSpPr>
        <p:spPr>
          <a:xfrm>
            <a:off x="978408" y="3983735"/>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4"/>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4"/>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9" name="object 9"/>
          <p:cNvSpPr txBox="1"/>
          <p:nvPr/>
        </p:nvSpPr>
        <p:spPr>
          <a:xfrm>
            <a:off x="1145844" y="4094226"/>
            <a:ext cx="170815" cy="285115"/>
          </a:xfrm>
          <a:prstGeom prst="rect">
            <a:avLst/>
          </a:prstGeom>
        </p:spPr>
        <p:txBody>
          <a:bodyPr vert="horz" wrap="square" lIns="0" tIns="13335" rIns="0" bIns="0" rtlCol="0">
            <a:spAutoFit/>
          </a:bodyPr>
          <a:lstStyle/>
          <a:p>
            <a:pPr marL="12700">
              <a:lnSpc>
                <a:spcPct val="100000"/>
              </a:lnSpc>
              <a:spcBef>
                <a:spcPts val="105"/>
              </a:spcBef>
            </a:pPr>
            <a:r>
              <a:rPr sz="1700" spc="160" dirty="0">
                <a:solidFill>
                  <a:srgbClr val="181818"/>
                </a:solidFill>
                <a:latin typeface="Tahoma"/>
                <a:cs typeface="Tahoma"/>
              </a:rPr>
              <a:t>4</a:t>
            </a:r>
            <a:endParaRPr sz="1700">
              <a:latin typeface="Tahoma"/>
              <a:cs typeface="Tahoma"/>
            </a:endParaRPr>
          </a:p>
        </p:txBody>
      </p:sp>
      <p:sp>
        <p:nvSpPr>
          <p:cNvPr id="10" name="object 10"/>
          <p:cNvSpPr/>
          <p:nvPr/>
        </p:nvSpPr>
        <p:spPr>
          <a:xfrm>
            <a:off x="978408" y="2648711"/>
            <a:ext cx="508000" cy="542925"/>
          </a:xfrm>
          <a:custGeom>
            <a:avLst/>
            <a:gdLst/>
            <a:ahLst/>
            <a:cxnLst/>
            <a:rect l="l" t="t" r="r" b="b"/>
            <a:pathLst>
              <a:path w="508000" h="542925">
                <a:moveTo>
                  <a:pt x="253745" y="0"/>
                </a:moveTo>
                <a:lnTo>
                  <a:pt x="208133" y="4369"/>
                </a:lnTo>
                <a:lnTo>
                  <a:pt x="165204" y="16966"/>
                </a:lnTo>
                <a:lnTo>
                  <a:pt x="125673" y="37027"/>
                </a:lnTo>
                <a:lnTo>
                  <a:pt x="90258" y="63786"/>
                </a:lnTo>
                <a:lnTo>
                  <a:pt x="59676" y="96478"/>
                </a:lnTo>
                <a:lnTo>
                  <a:pt x="34642" y="134337"/>
                </a:lnTo>
                <a:lnTo>
                  <a:pt x="15874" y="176600"/>
                </a:lnTo>
                <a:lnTo>
                  <a:pt x="4088" y="222499"/>
                </a:lnTo>
                <a:lnTo>
                  <a:pt x="0" y="271272"/>
                </a:lnTo>
                <a:lnTo>
                  <a:pt x="4088" y="320044"/>
                </a:lnTo>
                <a:lnTo>
                  <a:pt x="15874" y="365943"/>
                </a:lnTo>
                <a:lnTo>
                  <a:pt x="34642" y="408206"/>
                </a:lnTo>
                <a:lnTo>
                  <a:pt x="59676" y="446065"/>
                </a:lnTo>
                <a:lnTo>
                  <a:pt x="90258" y="478757"/>
                </a:lnTo>
                <a:lnTo>
                  <a:pt x="125673" y="505516"/>
                </a:lnTo>
                <a:lnTo>
                  <a:pt x="165204" y="525577"/>
                </a:lnTo>
                <a:lnTo>
                  <a:pt x="208133" y="538174"/>
                </a:lnTo>
                <a:lnTo>
                  <a:pt x="253745" y="542544"/>
                </a:lnTo>
                <a:lnTo>
                  <a:pt x="299341" y="538174"/>
                </a:lnTo>
                <a:lnTo>
                  <a:pt x="342262" y="525577"/>
                </a:lnTo>
                <a:lnTo>
                  <a:pt x="381790" y="505516"/>
                </a:lnTo>
                <a:lnTo>
                  <a:pt x="417207" y="478757"/>
                </a:lnTo>
                <a:lnTo>
                  <a:pt x="447794" y="446065"/>
                </a:lnTo>
                <a:lnTo>
                  <a:pt x="472835" y="408206"/>
                </a:lnTo>
                <a:lnTo>
                  <a:pt x="491610" y="365943"/>
                </a:lnTo>
                <a:lnTo>
                  <a:pt x="503401" y="320044"/>
                </a:lnTo>
                <a:lnTo>
                  <a:pt x="507491" y="271272"/>
                </a:lnTo>
                <a:lnTo>
                  <a:pt x="503401" y="222499"/>
                </a:lnTo>
                <a:lnTo>
                  <a:pt x="491610" y="176600"/>
                </a:lnTo>
                <a:lnTo>
                  <a:pt x="472835" y="134337"/>
                </a:lnTo>
                <a:lnTo>
                  <a:pt x="447794" y="96478"/>
                </a:lnTo>
                <a:lnTo>
                  <a:pt x="417207" y="63786"/>
                </a:lnTo>
                <a:lnTo>
                  <a:pt x="381790" y="37027"/>
                </a:lnTo>
                <a:lnTo>
                  <a:pt x="342262" y="16966"/>
                </a:lnTo>
                <a:lnTo>
                  <a:pt x="299341" y="4369"/>
                </a:lnTo>
                <a:lnTo>
                  <a:pt x="253745" y="0"/>
                </a:lnTo>
                <a:close/>
              </a:path>
            </a:pathLst>
          </a:custGeom>
          <a:ln w="9144">
            <a:solidFill>
              <a:srgbClr val="FC611F"/>
            </a:solidFill>
          </a:ln>
        </p:spPr>
        <p:txBody>
          <a:bodyPr wrap="square" lIns="0" tIns="0" rIns="0" bIns="0" rtlCol="0"/>
          <a:lstStyle/>
          <a:p>
            <a:endParaRPr/>
          </a:p>
        </p:txBody>
      </p:sp>
      <p:sp>
        <p:nvSpPr>
          <p:cNvPr id="11" name="object 11"/>
          <p:cNvSpPr txBox="1"/>
          <p:nvPr/>
        </p:nvSpPr>
        <p:spPr>
          <a:xfrm>
            <a:off x="1153464" y="2758567"/>
            <a:ext cx="155575" cy="285115"/>
          </a:xfrm>
          <a:prstGeom prst="rect">
            <a:avLst/>
          </a:prstGeom>
        </p:spPr>
        <p:txBody>
          <a:bodyPr vert="horz" wrap="square" lIns="0" tIns="12700" rIns="0" bIns="0" rtlCol="0">
            <a:spAutoFit/>
          </a:bodyPr>
          <a:lstStyle/>
          <a:p>
            <a:pPr marL="12700">
              <a:lnSpc>
                <a:spcPct val="100000"/>
              </a:lnSpc>
              <a:spcBef>
                <a:spcPts val="100"/>
              </a:spcBef>
            </a:pPr>
            <a:r>
              <a:rPr sz="1700" spc="40" dirty="0">
                <a:solidFill>
                  <a:srgbClr val="181818"/>
                </a:solidFill>
                <a:latin typeface="Tahoma"/>
                <a:cs typeface="Tahoma"/>
              </a:rPr>
              <a:t>2</a:t>
            </a:r>
            <a:endParaRPr sz="1700">
              <a:latin typeface="Tahoma"/>
              <a:cs typeface="Tahoma"/>
            </a:endParaRPr>
          </a:p>
        </p:txBody>
      </p:sp>
      <p:sp>
        <p:nvSpPr>
          <p:cNvPr id="12" name="object 12"/>
          <p:cNvSpPr/>
          <p:nvPr/>
        </p:nvSpPr>
        <p:spPr>
          <a:xfrm>
            <a:off x="978408" y="6425184"/>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3"/>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3"/>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13" name="object 13"/>
          <p:cNvSpPr txBox="1"/>
          <p:nvPr/>
        </p:nvSpPr>
        <p:spPr>
          <a:xfrm>
            <a:off x="1153464" y="6536563"/>
            <a:ext cx="154940" cy="285115"/>
          </a:xfrm>
          <a:prstGeom prst="rect">
            <a:avLst/>
          </a:prstGeom>
        </p:spPr>
        <p:txBody>
          <a:bodyPr vert="horz" wrap="square" lIns="0" tIns="13335" rIns="0" bIns="0" rtlCol="0">
            <a:spAutoFit/>
          </a:bodyPr>
          <a:lstStyle/>
          <a:p>
            <a:pPr marL="12700">
              <a:lnSpc>
                <a:spcPct val="100000"/>
              </a:lnSpc>
              <a:spcBef>
                <a:spcPts val="105"/>
              </a:spcBef>
            </a:pPr>
            <a:r>
              <a:rPr sz="1700" spc="30" dirty="0">
                <a:solidFill>
                  <a:srgbClr val="181818"/>
                </a:solidFill>
                <a:latin typeface="Tahoma"/>
                <a:cs typeface="Tahoma"/>
              </a:rPr>
              <a:t>7</a:t>
            </a:r>
            <a:endParaRPr sz="1700">
              <a:latin typeface="Tahoma"/>
              <a:cs typeface="Tahoma"/>
            </a:endParaRPr>
          </a:p>
        </p:txBody>
      </p:sp>
      <p:sp>
        <p:nvSpPr>
          <p:cNvPr id="14" name="object 14"/>
          <p:cNvSpPr/>
          <p:nvPr/>
        </p:nvSpPr>
        <p:spPr>
          <a:xfrm>
            <a:off x="978408" y="4651247"/>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4"/>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4"/>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15" name="object 15"/>
          <p:cNvSpPr txBox="1"/>
          <p:nvPr/>
        </p:nvSpPr>
        <p:spPr>
          <a:xfrm>
            <a:off x="1151940" y="4761738"/>
            <a:ext cx="158115" cy="285115"/>
          </a:xfrm>
          <a:prstGeom prst="rect">
            <a:avLst/>
          </a:prstGeom>
        </p:spPr>
        <p:txBody>
          <a:bodyPr vert="horz" wrap="square" lIns="0" tIns="13335" rIns="0" bIns="0" rtlCol="0">
            <a:spAutoFit/>
          </a:bodyPr>
          <a:lstStyle/>
          <a:p>
            <a:pPr marL="12700">
              <a:lnSpc>
                <a:spcPct val="100000"/>
              </a:lnSpc>
              <a:spcBef>
                <a:spcPts val="105"/>
              </a:spcBef>
            </a:pPr>
            <a:r>
              <a:rPr sz="1700" spc="60" dirty="0">
                <a:solidFill>
                  <a:srgbClr val="181818"/>
                </a:solidFill>
                <a:latin typeface="Tahoma"/>
                <a:cs typeface="Tahoma"/>
              </a:rPr>
              <a:t>5</a:t>
            </a:r>
            <a:endParaRPr sz="1700">
              <a:latin typeface="Tahoma"/>
              <a:cs typeface="Tahoma"/>
            </a:endParaRPr>
          </a:p>
        </p:txBody>
      </p:sp>
      <p:sp>
        <p:nvSpPr>
          <p:cNvPr id="16" name="object 16"/>
          <p:cNvSpPr/>
          <p:nvPr/>
        </p:nvSpPr>
        <p:spPr>
          <a:xfrm>
            <a:off x="978408" y="7092695"/>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3"/>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3"/>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17" name="object 17"/>
          <p:cNvSpPr txBox="1"/>
          <p:nvPr/>
        </p:nvSpPr>
        <p:spPr>
          <a:xfrm>
            <a:off x="1150416" y="7204329"/>
            <a:ext cx="161925" cy="285115"/>
          </a:xfrm>
          <a:prstGeom prst="rect">
            <a:avLst/>
          </a:prstGeom>
        </p:spPr>
        <p:txBody>
          <a:bodyPr vert="horz" wrap="square" lIns="0" tIns="12700" rIns="0" bIns="0" rtlCol="0">
            <a:spAutoFit/>
          </a:bodyPr>
          <a:lstStyle/>
          <a:p>
            <a:pPr marL="12700">
              <a:lnSpc>
                <a:spcPct val="100000"/>
              </a:lnSpc>
              <a:spcBef>
                <a:spcPts val="100"/>
              </a:spcBef>
            </a:pPr>
            <a:r>
              <a:rPr sz="1700" spc="95" dirty="0">
                <a:solidFill>
                  <a:srgbClr val="181818"/>
                </a:solidFill>
                <a:latin typeface="Tahoma"/>
                <a:cs typeface="Tahoma"/>
              </a:rPr>
              <a:t>8</a:t>
            </a:r>
            <a:endParaRPr sz="1700">
              <a:latin typeface="Tahoma"/>
              <a:cs typeface="Tahoma"/>
            </a:endParaRPr>
          </a:p>
        </p:txBody>
      </p:sp>
      <p:sp>
        <p:nvSpPr>
          <p:cNvPr id="18" name="object 18"/>
          <p:cNvSpPr/>
          <p:nvPr/>
        </p:nvSpPr>
        <p:spPr>
          <a:xfrm>
            <a:off x="978408" y="7760207"/>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4"/>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8"/>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4"/>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19" name="object 19"/>
          <p:cNvSpPr txBox="1"/>
          <p:nvPr/>
        </p:nvSpPr>
        <p:spPr>
          <a:xfrm>
            <a:off x="1148892" y="7872221"/>
            <a:ext cx="165735" cy="285115"/>
          </a:xfrm>
          <a:prstGeom prst="rect">
            <a:avLst/>
          </a:prstGeom>
        </p:spPr>
        <p:txBody>
          <a:bodyPr vert="horz" wrap="square" lIns="0" tIns="12700" rIns="0" bIns="0" rtlCol="0">
            <a:spAutoFit/>
          </a:bodyPr>
          <a:lstStyle/>
          <a:p>
            <a:pPr marL="12700">
              <a:lnSpc>
                <a:spcPct val="100000"/>
              </a:lnSpc>
              <a:spcBef>
                <a:spcPts val="100"/>
              </a:spcBef>
            </a:pPr>
            <a:r>
              <a:rPr sz="1700" spc="125" dirty="0">
                <a:solidFill>
                  <a:srgbClr val="181818"/>
                </a:solidFill>
                <a:latin typeface="Tahoma"/>
                <a:cs typeface="Tahoma"/>
              </a:rPr>
              <a:t>9</a:t>
            </a:r>
            <a:endParaRPr sz="1700">
              <a:latin typeface="Tahoma"/>
              <a:cs typeface="Tahoma"/>
            </a:endParaRPr>
          </a:p>
        </p:txBody>
      </p:sp>
      <p:pic>
        <p:nvPicPr>
          <p:cNvPr id="20" name="object 20"/>
          <p:cNvPicPr/>
          <p:nvPr/>
        </p:nvPicPr>
        <p:blipFill>
          <a:blip r:embed="rId3" cstate="print"/>
          <a:stretch>
            <a:fillRect/>
          </a:stretch>
        </p:blipFill>
        <p:spPr>
          <a:xfrm>
            <a:off x="16312895" y="909827"/>
            <a:ext cx="946403" cy="237744"/>
          </a:xfrm>
          <a:prstGeom prst="rect">
            <a:avLst/>
          </a:prstGeom>
        </p:spPr>
      </p:pic>
      <p:sp>
        <p:nvSpPr>
          <p:cNvPr id="21" name="object 21"/>
          <p:cNvSpPr txBox="1">
            <a:spLocks noGrp="1"/>
          </p:cNvSpPr>
          <p:nvPr>
            <p:ph type="title"/>
          </p:nvPr>
        </p:nvSpPr>
        <p:spPr>
          <a:prstGeom prst="rect">
            <a:avLst/>
          </a:prstGeom>
        </p:spPr>
        <p:txBody>
          <a:bodyPr vert="horz" wrap="square" lIns="0" tIns="12700" rIns="0" bIns="0" rtlCol="0">
            <a:spAutoFit/>
          </a:bodyPr>
          <a:lstStyle/>
          <a:p>
            <a:pPr marL="3659504">
              <a:lnSpc>
                <a:spcPct val="100000"/>
              </a:lnSpc>
              <a:spcBef>
                <a:spcPts val="100"/>
              </a:spcBef>
            </a:pPr>
            <a:r>
              <a:rPr spc="-10" dirty="0"/>
              <a:t>WORKFLOW</a:t>
            </a:r>
          </a:p>
        </p:txBody>
      </p:sp>
      <p:sp>
        <p:nvSpPr>
          <p:cNvPr id="23" name="Oval 22">
            <a:extLst>
              <a:ext uri="{FF2B5EF4-FFF2-40B4-BE49-F238E27FC236}">
                <a16:creationId xmlns:a16="http://schemas.microsoft.com/office/drawing/2014/main" id="{9C151938-45F9-4C5D-027E-B4DDCFEDE2D5}"/>
              </a:ext>
            </a:extLst>
          </p:cNvPr>
          <p:cNvSpPr/>
          <p:nvPr/>
        </p:nvSpPr>
        <p:spPr>
          <a:xfrm>
            <a:off x="8458200" y="1147571"/>
            <a:ext cx="1600200" cy="643129"/>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start</a:t>
            </a:r>
          </a:p>
        </p:txBody>
      </p:sp>
      <p:cxnSp>
        <p:nvCxnSpPr>
          <p:cNvPr id="26" name="Straight Arrow Connector 25">
            <a:extLst>
              <a:ext uri="{FF2B5EF4-FFF2-40B4-BE49-F238E27FC236}">
                <a16:creationId xmlns:a16="http://schemas.microsoft.com/office/drawing/2014/main" id="{6A72555C-A9BE-F0BE-A846-2DB1BE5D0B86}"/>
              </a:ext>
            </a:extLst>
          </p:cNvPr>
          <p:cNvCxnSpPr>
            <a:cxnSpLocks/>
            <a:stCxn id="23" idx="4"/>
          </p:cNvCxnSpPr>
          <p:nvPr/>
        </p:nvCxnSpPr>
        <p:spPr>
          <a:xfrm>
            <a:off x="9258300" y="1790700"/>
            <a:ext cx="0" cy="5265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3E7B8A52-FA1A-E49B-EB18-6168DEFBF63B}"/>
              </a:ext>
            </a:extLst>
          </p:cNvPr>
          <p:cNvSpPr/>
          <p:nvPr/>
        </p:nvSpPr>
        <p:spPr>
          <a:xfrm>
            <a:off x="8305802" y="2377949"/>
            <a:ext cx="1981198" cy="64313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User Registers  / Logs In </a:t>
            </a:r>
          </a:p>
        </p:txBody>
      </p:sp>
      <p:cxnSp>
        <p:nvCxnSpPr>
          <p:cNvPr id="30" name="Straight Arrow Connector 29">
            <a:extLst>
              <a:ext uri="{FF2B5EF4-FFF2-40B4-BE49-F238E27FC236}">
                <a16:creationId xmlns:a16="http://schemas.microsoft.com/office/drawing/2014/main" id="{BE093A71-22C8-BB8C-AD71-B93E74D60237}"/>
              </a:ext>
            </a:extLst>
          </p:cNvPr>
          <p:cNvCxnSpPr>
            <a:cxnSpLocks/>
            <a:stCxn id="28" idx="2"/>
          </p:cNvCxnSpPr>
          <p:nvPr/>
        </p:nvCxnSpPr>
        <p:spPr>
          <a:xfrm>
            <a:off x="9296401" y="3021079"/>
            <a:ext cx="0" cy="4052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D8F83E52-6DB4-ADED-43BF-BF1CA2627106}"/>
              </a:ext>
            </a:extLst>
          </p:cNvPr>
          <p:cNvSpPr/>
          <p:nvPr/>
        </p:nvSpPr>
        <p:spPr>
          <a:xfrm>
            <a:off x="8305802" y="3426333"/>
            <a:ext cx="1981198" cy="4340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a:t>View Events List</a:t>
            </a:r>
          </a:p>
        </p:txBody>
      </p:sp>
      <p:cxnSp>
        <p:nvCxnSpPr>
          <p:cNvPr id="34" name="Straight Arrow Connector 33">
            <a:extLst>
              <a:ext uri="{FF2B5EF4-FFF2-40B4-BE49-F238E27FC236}">
                <a16:creationId xmlns:a16="http://schemas.microsoft.com/office/drawing/2014/main" id="{4E6FA547-1547-D89C-6620-B10C20A47250}"/>
              </a:ext>
            </a:extLst>
          </p:cNvPr>
          <p:cNvCxnSpPr/>
          <p:nvPr/>
        </p:nvCxnSpPr>
        <p:spPr>
          <a:xfrm>
            <a:off x="9296401" y="4094226"/>
            <a:ext cx="0" cy="2851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62694B7D-D211-90D9-BA6B-C984F1FC5050}"/>
              </a:ext>
            </a:extLst>
          </p:cNvPr>
          <p:cNvSpPr/>
          <p:nvPr/>
        </p:nvSpPr>
        <p:spPr>
          <a:xfrm>
            <a:off x="8305802" y="4217543"/>
            <a:ext cx="1981198" cy="54419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a:t>Select Event </a:t>
            </a:r>
          </a:p>
        </p:txBody>
      </p:sp>
      <p:cxnSp>
        <p:nvCxnSpPr>
          <p:cNvPr id="37" name="Straight Arrow Connector 36">
            <a:extLst>
              <a:ext uri="{FF2B5EF4-FFF2-40B4-BE49-F238E27FC236}">
                <a16:creationId xmlns:a16="http://schemas.microsoft.com/office/drawing/2014/main" id="{3E366C10-B0A5-F28B-BA75-080A23A4B627}"/>
              </a:ext>
            </a:extLst>
          </p:cNvPr>
          <p:cNvCxnSpPr>
            <a:stCxn id="32" idx="2"/>
            <a:endCxn id="35" idx="0"/>
          </p:cNvCxnSpPr>
          <p:nvPr/>
        </p:nvCxnSpPr>
        <p:spPr>
          <a:xfrm>
            <a:off x="9296401" y="3860418"/>
            <a:ext cx="0" cy="3571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BA01F37B-EA89-2EB3-DB44-BAAFDAD54933}"/>
              </a:ext>
            </a:extLst>
          </p:cNvPr>
          <p:cNvSpPr/>
          <p:nvPr/>
        </p:nvSpPr>
        <p:spPr>
          <a:xfrm>
            <a:off x="8305802" y="5046853"/>
            <a:ext cx="1981198" cy="4997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a:t>Enter Booking Details</a:t>
            </a:r>
          </a:p>
        </p:txBody>
      </p:sp>
      <p:cxnSp>
        <p:nvCxnSpPr>
          <p:cNvPr id="40" name="Straight Arrow Connector 39">
            <a:extLst>
              <a:ext uri="{FF2B5EF4-FFF2-40B4-BE49-F238E27FC236}">
                <a16:creationId xmlns:a16="http://schemas.microsoft.com/office/drawing/2014/main" id="{A837512D-27FE-A4EA-93FA-D29252999713}"/>
              </a:ext>
            </a:extLst>
          </p:cNvPr>
          <p:cNvCxnSpPr>
            <a:stCxn id="35" idx="2"/>
            <a:endCxn id="38" idx="0"/>
          </p:cNvCxnSpPr>
          <p:nvPr/>
        </p:nvCxnSpPr>
        <p:spPr>
          <a:xfrm>
            <a:off x="9296401" y="4761738"/>
            <a:ext cx="0" cy="2851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DC0DE5DC-CC48-8C9C-5EFF-CEBB29A7DE31}"/>
              </a:ext>
            </a:extLst>
          </p:cNvPr>
          <p:cNvSpPr/>
          <p:nvPr/>
        </p:nvSpPr>
        <p:spPr>
          <a:xfrm>
            <a:off x="8305802" y="5829301"/>
            <a:ext cx="1981198" cy="59588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a:t>Confirm Booking </a:t>
            </a:r>
          </a:p>
        </p:txBody>
      </p:sp>
      <p:sp>
        <p:nvSpPr>
          <p:cNvPr id="42" name="Rectangle 41">
            <a:extLst>
              <a:ext uri="{FF2B5EF4-FFF2-40B4-BE49-F238E27FC236}">
                <a16:creationId xmlns:a16="http://schemas.microsoft.com/office/drawing/2014/main" id="{CBD9680D-22B5-5C13-FCAE-48A0579AF9C2}"/>
              </a:ext>
            </a:extLst>
          </p:cNvPr>
          <p:cNvSpPr/>
          <p:nvPr/>
        </p:nvSpPr>
        <p:spPr>
          <a:xfrm>
            <a:off x="8305802" y="6707889"/>
            <a:ext cx="1981198" cy="61353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Store in Database(MySQL) </a:t>
            </a:r>
          </a:p>
        </p:txBody>
      </p:sp>
      <p:sp>
        <p:nvSpPr>
          <p:cNvPr id="43" name="Rectangle 42">
            <a:extLst>
              <a:ext uri="{FF2B5EF4-FFF2-40B4-BE49-F238E27FC236}">
                <a16:creationId xmlns:a16="http://schemas.microsoft.com/office/drawing/2014/main" id="{A45466F7-DCA5-B7EB-B0F1-9CA44FFEDC13}"/>
              </a:ext>
            </a:extLst>
          </p:cNvPr>
          <p:cNvSpPr/>
          <p:nvPr/>
        </p:nvSpPr>
        <p:spPr>
          <a:xfrm>
            <a:off x="8305802" y="7636890"/>
            <a:ext cx="1981198" cy="52044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a:t>Show Confirmation</a:t>
            </a:r>
          </a:p>
        </p:txBody>
      </p:sp>
      <p:sp>
        <p:nvSpPr>
          <p:cNvPr id="44" name="Oval 43">
            <a:extLst>
              <a:ext uri="{FF2B5EF4-FFF2-40B4-BE49-F238E27FC236}">
                <a16:creationId xmlns:a16="http://schemas.microsoft.com/office/drawing/2014/main" id="{3720B7D1-2188-6A41-4350-ACF59429259B}"/>
              </a:ext>
            </a:extLst>
          </p:cNvPr>
          <p:cNvSpPr/>
          <p:nvPr/>
        </p:nvSpPr>
        <p:spPr>
          <a:xfrm>
            <a:off x="8458200" y="8472804"/>
            <a:ext cx="1828800" cy="66662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End</a:t>
            </a:r>
          </a:p>
        </p:txBody>
      </p:sp>
      <p:cxnSp>
        <p:nvCxnSpPr>
          <p:cNvPr id="48" name="Straight Arrow Connector 47">
            <a:extLst>
              <a:ext uri="{FF2B5EF4-FFF2-40B4-BE49-F238E27FC236}">
                <a16:creationId xmlns:a16="http://schemas.microsoft.com/office/drawing/2014/main" id="{FD77F482-2E7E-B587-0A14-18A84359DFA2}"/>
              </a:ext>
            </a:extLst>
          </p:cNvPr>
          <p:cNvCxnSpPr>
            <a:stCxn id="38" idx="2"/>
            <a:endCxn id="41" idx="0"/>
          </p:cNvCxnSpPr>
          <p:nvPr/>
        </p:nvCxnSpPr>
        <p:spPr>
          <a:xfrm>
            <a:off x="9296401" y="5546597"/>
            <a:ext cx="0" cy="2827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C63859C0-2320-BF16-5F53-1BCC02E91F55}"/>
              </a:ext>
            </a:extLst>
          </p:cNvPr>
          <p:cNvCxnSpPr>
            <a:stCxn id="41" idx="2"/>
            <a:endCxn id="42" idx="0"/>
          </p:cNvCxnSpPr>
          <p:nvPr/>
        </p:nvCxnSpPr>
        <p:spPr>
          <a:xfrm>
            <a:off x="9296401" y="6425185"/>
            <a:ext cx="0" cy="2827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884949B6-EF76-9594-18AB-076427418B25}"/>
              </a:ext>
            </a:extLst>
          </p:cNvPr>
          <p:cNvCxnSpPr>
            <a:stCxn id="42" idx="2"/>
            <a:endCxn id="43" idx="0"/>
          </p:cNvCxnSpPr>
          <p:nvPr/>
        </p:nvCxnSpPr>
        <p:spPr>
          <a:xfrm>
            <a:off x="9296401" y="7321422"/>
            <a:ext cx="0" cy="315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47A7B006-2FA9-617A-9197-F9A078AF0BA9}"/>
              </a:ext>
            </a:extLst>
          </p:cNvPr>
          <p:cNvCxnSpPr>
            <a:stCxn id="43" idx="2"/>
            <a:endCxn id="44" idx="0"/>
          </p:cNvCxnSpPr>
          <p:nvPr/>
        </p:nvCxnSpPr>
        <p:spPr>
          <a:xfrm>
            <a:off x="9296401" y="8157336"/>
            <a:ext cx="76199" cy="315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36091" y="5977128"/>
            <a:ext cx="992505" cy="992505"/>
          </a:xfrm>
          <a:custGeom>
            <a:avLst/>
            <a:gdLst/>
            <a:ahLst/>
            <a:cxnLst/>
            <a:rect l="l" t="t" r="r" b="b"/>
            <a:pathLst>
              <a:path w="992505" h="992504">
                <a:moveTo>
                  <a:pt x="496061" y="0"/>
                </a:moveTo>
                <a:lnTo>
                  <a:pt x="448288" y="2271"/>
                </a:lnTo>
                <a:lnTo>
                  <a:pt x="401799" y="8945"/>
                </a:lnTo>
                <a:lnTo>
                  <a:pt x="356803" y="19816"/>
                </a:lnTo>
                <a:lnTo>
                  <a:pt x="313507" y="34673"/>
                </a:lnTo>
                <a:lnTo>
                  <a:pt x="272120" y="53311"/>
                </a:lnTo>
                <a:lnTo>
                  <a:pt x="232848" y="75520"/>
                </a:lnTo>
                <a:lnTo>
                  <a:pt x="195902" y="101093"/>
                </a:lnTo>
                <a:lnTo>
                  <a:pt x="161487" y="129821"/>
                </a:lnTo>
                <a:lnTo>
                  <a:pt x="129812" y="161497"/>
                </a:lnTo>
                <a:lnTo>
                  <a:pt x="101085" y="195912"/>
                </a:lnTo>
                <a:lnTo>
                  <a:pt x="75514" y="232860"/>
                </a:lnTo>
                <a:lnTo>
                  <a:pt x="53306" y="272131"/>
                </a:lnTo>
                <a:lnTo>
                  <a:pt x="34670" y="313517"/>
                </a:lnTo>
                <a:lnTo>
                  <a:pt x="19814" y="356812"/>
                </a:lnTo>
                <a:lnTo>
                  <a:pt x="8944" y="401806"/>
                </a:lnTo>
                <a:lnTo>
                  <a:pt x="2270" y="448292"/>
                </a:lnTo>
                <a:lnTo>
                  <a:pt x="0" y="496062"/>
                </a:lnTo>
                <a:lnTo>
                  <a:pt x="2270" y="543831"/>
                </a:lnTo>
                <a:lnTo>
                  <a:pt x="8944" y="590317"/>
                </a:lnTo>
                <a:lnTo>
                  <a:pt x="19814" y="635311"/>
                </a:lnTo>
                <a:lnTo>
                  <a:pt x="34670" y="678606"/>
                </a:lnTo>
                <a:lnTo>
                  <a:pt x="53306" y="719992"/>
                </a:lnTo>
                <a:lnTo>
                  <a:pt x="75514" y="759263"/>
                </a:lnTo>
                <a:lnTo>
                  <a:pt x="101085" y="796211"/>
                </a:lnTo>
                <a:lnTo>
                  <a:pt x="129812" y="830626"/>
                </a:lnTo>
                <a:lnTo>
                  <a:pt x="161487" y="862302"/>
                </a:lnTo>
                <a:lnTo>
                  <a:pt x="195902" y="891030"/>
                </a:lnTo>
                <a:lnTo>
                  <a:pt x="232848" y="916603"/>
                </a:lnTo>
                <a:lnTo>
                  <a:pt x="272120" y="938812"/>
                </a:lnTo>
                <a:lnTo>
                  <a:pt x="313507" y="957450"/>
                </a:lnTo>
                <a:lnTo>
                  <a:pt x="356803" y="972307"/>
                </a:lnTo>
                <a:lnTo>
                  <a:pt x="401799" y="983178"/>
                </a:lnTo>
                <a:lnTo>
                  <a:pt x="448288" y="989852"/>
                </a:lnTo>
                <a:lnTo>
                  <a:pt x="496061" y="992124"/>
                </a:lnTo>
                <a:lnTo>
                  <a:pt x="543831" y="989852"/>
                </a:lnTo>
                <a:lnTo>
                  <a:pt x="590317" y="983178"/>
                </a:lnTo>
                <a:lnTo>
                  <a:pt x="635311" y="972307"/>
                </a:lnTo>
                <a:lnTo>
                  <a:pt x="678606" y="957450"/>
                </a:lnTo>
                <a:lnTo>
                  <a:pt x="719992" y="938812"/>
                </a:lnTo>
                <a:lnTo>
                  <a:pt x="759263" y="916603"/>
                </a:lnTo>
                <a:lnTo>
                  <a:pt x="796211" y="891030"/>
                </a:lnTo>
                <a:lnTo>
                  <a:pt x="830626" y="862302"/>
                </a:lnTo>
                <a:lnTo>
                  <a:pt x="862302" y="830626"/>
                </a:lnTo>
                <a:lnTo>
                  <a:pt x="891030" y="796211"/>
                </a:lnTo>
                <a:lnTo>
                  <a:pt x="916603" y="759263"/>
                </a:lnTo>
                <a:lnTo>
                  <a:pt x="938812" y="719992"/>
                </a:lnTo>
                <a:lnTo>
                  <a:pt x="957450" y="678606"/>
                </a:lnTo>
                <a:lnTo>
                  <a:pt x="972307" y="635311"/>
                </a:lnTo>
                <a:lnTo>
                  <a:pt x="983178" y="590317"/>
                </a:lnTo>
                <a:lnTo>
                  <a:pt x="989852" y="543831"/>
                </a:lnTo>
                <a:lnTo>
                  <a:pt x="992124" y="496062"/>
                </a:lnTo>
                <a:lnTo>
                  <a:pt x="989852" y="448292"/>
                </a:lnTo>
                <a:lnTo>
                  <a:pt x="983178" y="401806"/>
                </a:lnTo>
                <a:lnTo>
                  <a:pt x="972307" y="356812"/>
                </a:lnTo>
                <a:lnTo>
                  <a:pt x="957450" y="313517"/>
                </a:lnTo>
                <a:lnTo>
                  <a:pt x="938812" y="272131"/>
                </a:lnTo>
                <a:lnTo>
                  <a:pt x="916603" y="232860"/>
                </a:lnTo>
                <a:lnTo>
                  <a:pt x="891030" y="195912"/>
                </a:lnTo>
                <a:lnTo>
                  <a:pt x="862302" y="161497"/>
                </a:lnTo>
                <a:lnTo>
                  <a:pt x="830626" y="129821"/>
                </a:lnTo>
                <a:lnTo>
                  <a:pt x="796211" y="101093"/>
                </a:lnTo>
                <a:lnTo>
                  <a:pt x="759263" y="75520"/>
                </a:lnTo>
                <a:lnTo>
                  <a:pt x="719992" y="53311"/>
                </a:lnTo>
                <a:lnTo>
                  <a:pt x="678606" y="34673"/>
                </a:lnTo>
                <a:lnTo>
                  <a:pt x="635311" y="19816"/>
                </a:lnTo>
                <a:lnTo>
                  <a:pt x="590317" y="8945"/>
                </a:lnTo>
                <a:lnTo>
                  <a:pt x="543831" y="2271"/>
                </a:lnTo>
                <a:lnTo>
                  <a:pt x="496061" y="0"/>
                </a:lnTo>
                <a:close/>
              </a:path>
            </a:pathLst>
          </a:custGeom>
          <a:solidFill>
            <a:srgbClr val="FC611F"/>
          </a:solidFill>
        </p:spPr>
        <p:txBody>
          <a:bodyPr wrap="square" lIns="0" tIns="0" rIns="0" bIns="0" rtlCol="0"/>
          <a:lstStyle/>
          <a:p>
            <a:endParaRPr/>
          </a:p>
        </p:txBody>
      </p:sp>
      <p:sp>
        <p:nvSpPr>
          <p:cNvPr id="3" name="object 3"/>
          <p:cNvSpPr txBox="1"/>
          <p:nvPr/>
        </p:nvSpPr>
        <p:spPr>
          <a:xfrm>
            <a:off x="1115974" y="6204661"/>
            <a:ext cx="230504" cy="437515"/>
          </a:xfrm>
          <a:prstGeom prst="rect">
            <a:avLst/>
          </a:prstGeom>
        </p:spPr>
        <p:txBody>
          <a:bodyPr vert="horz" wrap="square" lIns="0" tIns="12700" rIns="0" bIns="0" rtlCol="0">
            <a:spAutoFit/>
          </a:bodyPr>
          <a:lstStyle/>
          <a:p>
            <a:pPr marL="12700">
              <a:lnSpc>
                <a:spcPct val="100000"/>
              </a:lnSpc>
              <a:spcBef>
                <a:spcPts val="100"/>
              </a:spcBef>
            </a:pPr>
            <a:r>
              <a:rPr sz="2700" spc="80" dirty="0">
                <a:solidFill>
                  <a:srgbClr val="FFFDFD"/>
                </a:solidFill>
                <a:latin typeface="Tahoma"/>
                <a:cs typeface="Tahoma"/>
              </a:rPr>
              <a:t>7</a:t>
            </a:r>
            <a:endParaRPr sz="2700">
              <a:latin typeface="Tahoma"/>
              <a:cs typeface="Tahoma"/>
            </a:endParaRPr>
          </a:p>
        </p:txBody>
      </p:sp>
      <p:sp>
        <p:nvSpPr>
          <p:cNvPr id="4" name="object 4"/>
          <p:cNvSpPr/>
          <p:nvPr/>
        </p:nvSpPr>
        <p:spPr>
          <a:xfrm>
            <a:off x="978408" y="3316223"/>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3"/>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3"/>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5" name="object 5"/>
          <p:cNvSpPr txBox="1"/>
          <p:nvPr/>
        </p:nvSpPr>
        <p:spPr>
          <a:xfrm>
            <a:off x="1151940" y="3426333"/>
            <a:ext cx="158115" cy="285115"/>
          </a:xfrm>
          <a:prstGeom prst="rect">
            <a:avLst/>
          </a:prstGeom>
        </p:spPr>
        <p:txBody>
          <a:bodyPr vert="horz" wrap="square" lIns="0" tIns="12700" rIns="0" bIns="0" rtlCol="0">
            <a:spAutoFit/>
          </a:bodyPr>
          <a:lstStyle/>
          <a:p>
            <a:pPr marL="12700">
              <a:lnSpc>
                <a:spcPct val="100000"/>
              </a:lnSpc>
              <a:spcBef>
                <a:spcPts val="100"/>
              </a:spcBef>
            </a:pPr>
            <a:r>
              <a:rPr sz="1700" spc="60" dirty="0">
                <a:solidFill>
                  <a:srgbClr val="181818"/>
                </a:solidFill>
                <a:latin typeface="Tahoma"/>
                <a:cs typeface="Tahoma"/>
              </a:rPr>
              <a:t>3</a:t>
            </a:r>
            <a:endParaRPr sz="1700">
              <a:latin typeface="Tahoma"/>
              <a:cs typeface="Tahoma"/>
            </a:endParaRPr>
          </a:p>
        </p:txBody>
      </p:sp>
      <p:sp>
        <p:nvSpPr>
          <p:cNvPr id="6" name="object 6"/>
          <p:cNvSpPr/>
          <p:nvPr/>
        </p:nvSpPr>
        <p:spPr>
          <a:xfrm>
            <a:off x="978408" y="1982723"/>
            <a:ext cx="508000" cy="544195"/>
          </a:xfrm>
          <a:custGeom>
            <a:avLst/>
            <a:gdLst/>
            <a:ahLst/>
            <a:cxnLst/>
            <a:rect l="l" t="t" r="r" b="b"/>
            <a:pathLst>
              <a:path w="508000" h="544194">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3"/>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8"/>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3"/>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7" name="object 7"/>
          <p:cNvSpPr txBox="1"/>
          <p:nvPr/>
        </p:nvSpPr>
        <p:spPr>
          <a:xfrm>
            <a:off x="1179372" y="2092833"/>
            <a:ext cx="102870" cy="285115"/>
          </a:xfrm>
          <a:prstGeom prst="rect">
            <a:avLst/>
          </a:prstGeom>
        </p:spPr>
        <p:txBody>
          <a:bodyPr vert="horz" wrap="square" lIns="0" tIns="12700" rIns="0" bIns="0" rtlCol="0">
            <a:spAutoFit/>
          </a:bodyPr>
          <a:lstStyle/>
          <a:p>
            <a:pPr marL="12700">
              <a:lnSpc>
                <a:spcPct val="100000"/>
              </a:lnSpc>
              <a:spcBef>
                <a:spcPts val="100"/>
              </a:spcBef>
            </a:pPr>
            <a:r>
              <a:rPr sz="1700" spc="-375" dirty="0">
                <a:solidFill>
                  <a:srgbClr val="181818"/>
                </a:solidFill>
                <a:latin typeface="Tahoma"/>
                <a:cs typeface="Tahoma"/>
              </a:rPr>
              <a:t>1</a:t>
            </a:r>
            <a:endParaRPr sz="1700">
              <a:latin typeface="Tahoma"/>
              <a:cs typeface="Tahoma"/>
            </a:endParaRPr>
          </a:p>
        </p:txBody>
      </p:sp>
      <p:sp>
        <p:nvSpPr>
          <p:cNvPr id="8" name="object 8"/>
          <p:cNvSpPr/>
          <p:nvPr/>
        </p:nvSpPr>
        <p:spPr>
          <a:xfrm>
            <a:off x="978408" y="3983735"/>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4"/>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4"/>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9" name="object 9"/>
          <p:cNvSpPr txBox="1"/>
          <p:nvPr/>
        </p:nvSpPr>
        <p:spPr>
          <a:xfrm>
            <a:off x="1145844" y="4094226"/>
            <a:ext cx="170815" cy="285115"/>
          </a:xfrm>
          <a:prstGeom prst="rect">
            <a:avLst/>
          </a:prstGeom>
        </p:spPr>
        <p:txBody>
          <a:bodyPr vert="horz" wrap="square" lIns="0" tIns="13335" rIns="0" bIns="0" rtlCol="0">
            <a:spAutoFit/>
          </a:bodyPr>
          <a:lstStyle/>
          <a:p>
            <a:pPr marL="12700">
              <a:lnSpc>
                <a:spcPct val="100000"/>
              </a:lnSpc>
              <a:spcBef>
                <a:spcPts val="105"/>
              </a:spcBef>
            </a:pPr>
            <a:r>
              <a:rPr sz="1700" spc="160" dirty="0">
                <a:solidFill>
                  <a:srgbClr val="181818"/>
                </a:solidFill>
                <a:latin typeface="Tahoma"/>
                <a:cs typeface="Tahoma"/>
              </a:rPr>
              <a:t>4</a:t>
            </a:r>
            <a:endParaRPr sz="1700">
              <a:latin typeface="Tahoma"/>
              <a:cs typeface="Tahoma"/>
            </a:endParaRPr>
          </a:p>
        </p:txBody>
      </p:sp>
      <p:sp>
        <p:nvSpPr>
          <p:cNvPr id="10" name="object 10"/>
          <p:cNvSpPr/>
          <p:nvPr/>
        </p:nvSpPr>
        <p:spPr>
          <a:xfrm>
            <a:off x="978408" y="2648711"/>
            <a:ext cx="508000" cy="542925"/>
          </a:xfrm>
          <a:custGeom>
            <a:avLst/>
            <a:gdLst/>
            <a:ahLst/>
            <a:cxnLst/>
            <a:rect l="l" t="t" r="r" b="b"/>
            <a:pathLst>
              <a:path w="508000" h="542925">
                <a:moveTo>
                  <a:pt x="253745" y="0"/>
                </a:moveTo>
                <a:lnTo>
                  <a:pt x="208133" y="4369"/>
                </a:lnTo>
                <a:lnTo>
                  <a:pt x="165204" y="16966"/>
                </a:lnTo>
                <a:lnTo>
                  <a:pt x="125673" y="37027"/>
                </a:lnTo>
                <a:lnTo>
                  <a:pt x="90258" y="63786"/>
                </a:lnTo>
                <a:lnTo>
                  <a:pt x="59676" y="96478"/>
                </a:lnTo>
                <a:lnTo>
                  <a:pt x="34642" y="134337"/>
                </a:lnTo>
                <a:lnTo>
                  <a:pt x="15874" y="176600"/>
                </a:lnTo>
                <a:lnTo>
                  <a:pt x="4088" y="222499"/>
                </a:lnTo>
                <a:lnTo>
                  <a:pt x="0" y="271272"/>
                </a:lnTo>
                <a:lnTo>
                  <a:pt x="4088" y="320044"/>
                </a:lnTo>
                <a:lnTo>
                  <a:pt x="15874" y="365943"/>
                </a:lnTo>
                <a:lnTo>
                  <a:pt x="34642" y="408206"/>
                </a:lnTo>
                <a:lnTo>
                  <a:pt x="59676" y="446065"/>
                </a:lnTo>
                <a:lnTo>
                  <a:pt x="90258" y="478757"/>
                </a:lnTo>
                <a:lnTo>
                  <a:pt x="125673" y="505516"/>
                </a:lnTo>
                <a:lnTo>
                  <a:pt x="165204" y="525577"/>
                </a:lnTo>
                <a:lnTo>
                  <a:pt x="208133" y="538174"/>
                </a:lnTo>
                <a:lnTo>
                  <a:pt x="253745" y="542544"/>
                </a:lnTo>
                <a:lnTo>
                  <a:pt x="299341" y="538174"/>
                </a:lnTo>
                <a:lnTo>
                  <a:pt x="342262" y="525577"/>
                </a:lnTo>
                <a:lnTo>
                  <a:pt x="381790" y="505516"/>
                </a:lnTo>
                <a:lnTo>
                  <a:pt x="417207" y="478757"/>
                </a:lnTo>
                <a:lnTo>
                  <a:pt x="447794" y="446065"/>
                </a:lnTo>
                <a:lnTo>
                  <a:pt x="472835" y="408206"/>
                </a:lnTo>
                <a:lnTo>
                  <a:pt x="491610" y="365943"/>
                </a:lnTo>
                <a:lnTo>
                  <a:pt x="503401" y="320044"/>
                </a:lnTo>
                <a:lnTo>
                  <a:pt x="507491" y="271272"/>
                </a:lnTo>
                <a:lnTo>
                  <a:pt x="503401" y="222499"/>
                </a:lnTo>
                <a:lnTo>
                  <a:pt x="491610" y="176600"/>
                </a:lnTo>
                <a:lnTo>
                  <a:pt x="472835" y="134337"/>
                </a:lnTo>
                <a:lnTo>
                  <a:pt x="447794" y="96478"/>
                </a:lnTo>
                <a:lnTo>
                  <a:pt x="417207" y="63786"/>
                </a:lnTo>
                <a:lnTo>
                  <a:pt x="381790" y="37027"/>
                </a:lnTo>
                <a:lnTo>
                  <a:pt x="342262" y="16966"/>
                </a:lnTo>
                <a:lnTo>
                  <a:pt x="299341" y="4369"/>
                </a:lnTo>
                <a:lnTo>
                  <a:pt x="253745" y="0"/>
                </a:lnTo>
                <a:close/>
              </a:path>
            </a:pathLst>
          </a:custGeom>
          <a:ln w="9144">
            <a:solidFill>
              <a:srgbClr val="FC611F"/>
            </a:solidFill>
          </a:ln>
        </p:spPr>
        <p:txBody>
          <a:bodyPr wrap="square" lIns="0" tIns="0" rIns="0" bIns="0" rtlCol="0"/>
          <a:lstStyle/>
          <a:p>
            <a:endParaRPr/>
          </a:p>
        </p:txBody>
      </p:sp>
      <p:sp>
        <p:nvSpPr>
          <p:cNvPr id="11" name="object 11"/>
          <p:cNvSpPr txBox="1"/>
          <p:nvPr/>
        </p:nvSpPr>
        <p:spPr>
          <a:xfrm>
            <a:off x="1153464" y="2758567"/>
            <a:ext cx="155575" cy="285115"/>
          </a:xfrm>
          <a:prstGeom prst="rect">
            <a:avLst/>
          </a:prstGeom>
        </p:spPr>
        <p:txBody>
          <a:bodyPr vert="horz" wrap="square" lIns="0" tIns="12700" rIns="0" bIns="0" rtlCol="0">
            <a:spAutoFit/>
          </a:bodyPr>
          <a:lstStyle/>
          <a:p>
            <a:pPr marL="12700">
              <a:lnSpc>
                <a:spcPct val="100000"/>
              </a:lnSpc>
              <a:spcBef>
                <a:spcPts val="100"/>
              </a:spcBef>
            </a:pPr>
            <a:r>
              <a:rPr sz="1700" spc="40" dirty="0">
                <a:solidFill>
                  <a:srgbClr val="181818"/>
                </a:solidFill>
                <a:latin typeface="Tahoma"/>
                <a:cs typeface="Tahoma"/>
              </a:rPr>
              <a:t>2</a:t>
            </a:r>
            <a:endParaRPr sz="1700">
              <a:latin typeface="Tahoma"/>
              <a:cs typeface="Tahoma"/>
            </a:endParaRPr>
          </a:p>
        </p:txBody>
      </p:sp>
      <p:sp>
        <p:nvSpPr>
          <p:cNvPr id="12" name="object 12"/>
          <p:cNvSpPr/>
          <p:nvPr/>
        </p:nvSpPr>
        <p:spPr>
          <a:xfrm>
            <a:off x="978408" y="5318759"/>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4"/>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4"/>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13" name="object 13"/>
          <p:cNvSpPr txBox="1"/>
          <p:nvPr/>
        </p:nvSpPr>
        <p:spPr>
          <a:xfrm>
            <a:off x="1148892" y="5429503"/>
            <a:ext cx="165735" cy="285115"/>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6</a:t>
            </a:r>
            <a:endParaRPr sz="1700">
              <a:latin typeface="Tahoma"/>
              <a:cs typeface="Tahoma"/>
            </a:endParaRPr>
          </a:p>
        </p:txBody>
      </p:sp>
      <p:sp>
        <p:nvSpPr>
          <p:cNvPr id="14" name="object 14"/>
          <p:cNvSpPr/>
          <p:nvPr/>
        </p:nvSpPr>
        <p:spPr>
          <a:xfrm>
            <a:off x="978408" y="4651247"/>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4"/>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4"/>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15" name="object 15"/>
          <p:cNvSpPr txBox="1"/>
          <p:nvPr/>
        </p:nvSpPr>
        <p:spPr>
          <a:xfrm>
            <a:off x="1151940" y="4761738"/>
            <a:ext cx="158115" cy="285115"/>
          </a:xfrm>
          <a:prstGeom prst="rect">
            <a:avLst/>
          </a:prstGeom>
        </p:spPr>
        <p:txBody>
          <a:bodyPr vert="horz" wrap="square" lIns="0" tIns="13335" rIns="0" bIns="0" rtlCol="0">
            <a:spAutoFit/>
          </a:bodyPr>
          <a:lstStyle/>
          <a:p>
            <a:pPr marL="12700">
              <a:lnSpc>
                <a:spcPct val="100000"/>
              </a:lnSpc>
              <a:spcBef>
                <a:spcPts val="105"/>
              </a:spcBef>
            </a:pPr>
            <a:r>
              <a:rPr sz="1700" spc="60" dirty="0">
                <a:solidFill>
                  <a:srgbClr val="181818"/>
                </a:solidFill>
                <a:latin typeface="Tahoma"/>
                <a:cs typeface="Tahoma"/>
              </a:rPr>
              <a:t>5</a:t>
            </a:r>
            <a:endParaRPr sz="1700">
              <a:latin typeface="Tahoma"/>
              <a:cs typeface="Tahoma"/>
            </a:endParaRPr>
          </a:p>
        </p:txBody>
      </p:sp>
      <p:sp>
        <p:nvSpPr>
          <p:cNvPr id="16" name="object 16"/>
          <p:cNvSpPr/>
          <p:nvPr/>
        </p:nvSpPr>
        <p:spPr>
          <a:xfrm>
            <a:off x="978408" y="7092695"/>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3"/>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3"/>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17" name="object 17"/>
          <p:cNvSpPr txBox="1"/>
          <p:nvPr/>
        </p:nvSpPr>
        <p:spPr>
          <a:xfrm>
            <a:off x="1150416" y="7204329"/>
            <a:ext cx="161925" cy="285115"/>
          </a:xfrm>
          <a:prstGeom prst="rect">
            <a:avLst/>
          </a:prstGeom>
        </p:spPr>
        <p:txBody>
          <a:bodyPr vert="horz" wrap="square" lIns="0" tIns="12700" rIns="0" bIns="0" rtlCol="0">
            <a:spAutoFit/>
          </a:bodyPr>
          <a:lstStyle/>
          <a:p>
            <a:pPr marL="12700">
              <a:lnSpc>
                <a:spcPct val="100000"/>
              </a:lnSpc>
              <a:spcBef>
                <a:spcPts val="100"/>
              </a:spcBef>
            </a:pPr>
            <a:r>
              <a:rPr sz="1700" spc="95" dirty="0">
                <a:solidFill>
                  <a:srgbClr val="181818"/>
                </a:solidFill>
                <a:latin typeface="Tahoma"/>
                <a:cs typeface="Tahoma"/>
              </a:rPr>
              <a:t>8</a:t>
            </a:r>
            <a:endParaRPr sz="1700">
              <a:latin typeface="Tahoma"/>
              <a:cs typeface="Tahoma"/>
            </a:endParaRPr>
          </a:p>
        </p:txBody>
      </p:sp>
      <p:sp>
        <p:nvSpPr>
          <p:cNvPr id="18" name="object 18"/>
          <p:cNvSpPr/>
          <p:nvPr/>
        </p:nvSpPr>
        <p:spPr>
          <a:xfrm>
            <a:off x="978408" y="7760207"/>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4"/>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8"/>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4"/>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19" name="object 19"/>
          <p:cNvSpPr txBox="1"/>
          <p:nvPr/>
        </p:nvSpPr>
        <p:spPr>
          <a:xfrm>
            <a:off x="1148892" y="7872221"/>
            <a:ext cx="165735" cy="285115"/>
          </a:xfrm>
          <a:prstGeom prst="rect">
            <a:avLst/>
          </a:prstGeom>
        </p:spPr>
        <p:txBody>
          <a:bodyPr vert="horz" wrap="square" lIns="0" tIns="12700" rIns="0" bIns="0" rtlCol="0">
            <a:spAutoFit/>
          </a:bodyPr>
          <a:lstStyle/>
          <a:p>
            <a:pPr marL="12700">
              <a:lnSpc>
                <a:spcPct val="100000"/>
              </a:lnSpc>
              <a:spcBef>
                <a:spcPts val="100"/>
              </a:spcBef>
            </a:pPr>
            <a:r>
              <a:rPr sz="1700" spc="125" dirty="0">
                <a:solidFill>
                  <a:srgbClr val="181818"/>
                </a:solidFill>
                <a:latin typeface="Tahoma"/>
                <a:cs typeface="Tahoma"/>
              </a:rPr>
              <a:t>9</a:t>
            </a:r>
            <a:endParaRPr sz="1700">
              <a:latin typeface="Tahoma"/>
              <a:cs typeface="Tahoma"/>
            </a:endParaRPr>
          </a:p>
        </p:txBody>
      </p:sp>
      <p:pic>
        <p:nvPicPr>
          <p:cNvPr id="20" name="object 20"/>
          <p:cNvPicPr/>
          <p:nvPr/>
        </p:nvPicPr>
        <p:blipFill>
          <a:blip r:embed="rId2" cstate="print"/>
          <a:stretch>
            <a:fillRect/>
          </a:stretch>
        </p:blipFill>
        <p:spPr>
          <a:xfrm>
            <a:off x="16312895" y="909827"/>
            <a:ext cx="946403" cy="237744"/>
          </a:xfrm>
          <a:prstGeom prst="rect">
            <a:avLst/>
          </a:prstGeom>
        </p:spPr>
      </p:pic>
      <p:sp>
        <p:nvSpPr>
          <p:cNvPr id="21" name="object 21"/>
          <p:cNvSpPr txBox="1">
            <a:spLocks noGrp="1"/>
          </p:cNvSpPr>
          <p:nvPr>
            <p:ph type="title"/>
          </p:nvPr>
        </p:nvSpPr>
        <p:spPr>
          <a:prstGeom prst="rect">
            <a:avLst/>
          </a:prstGeom>
        </p:spPr>
        <p:txBody>
          <a:bodyPr vert="horz" wrap="square" lIns="0" tIns="12700" rIns="0" bIns="0" rtlCol="0">
            <a:spAutoFit/>
          </a:bodyPr>
          <a:lstStyle/>
          <a:p>
            <a:pPr marL="2172335">
              <a:lnSpc>
                <a:spcPct val="100000"/>
              </a:lnSpc>
              <a:spcBef>
                <a:spcPts val="100"/>
              </a:spcBef>
            </a:pPr>
            <a:r>
              <a:rPr dirty="0"/>
              <a:t>TECHNOLOGIES</a:t>
            </a:r>
            <a:r>
              <a:rPr spc="-15" dirty="0"/>
              <a:t> </a:t>
            </a:r>
            <a:r>
              <a:rPr spc="-20" dirty="0"/>
              <a:t>USED</a:t>
            </a:r>
          </a:p>
        </p:txBody>
      </p:sp>
      <p:sp>
        <p:nvSpPr>
          <p:cNvPr id="22" name="Rectangle 1">
            <a:extLst>
              <a:ext uri="{FF2B5EF4-FFF2-40B4-BE49-F238E27FC236}">
                <a16:creationId xmlns:a16="http://schemas.microsoft.com/office/drawing/2014/main" id="{B003D771-B961-25B0-A346-5E65EDFBE65C}"/>
              </a:ext>
            </a:extLst>
          </p:cNvPr>
          <p:cNvSpPr>
            <a:spLocks noGrp="1" noChangeArrowheads="1"/>
          </p:cNvSpPr>
          <p:nvPr>
            <p:ph type="body" idx="1"/>
          </p:nvPr>
        </p:nvSpPr>
        <p:spPr bwMode="auto">
          <a:xfrm>
            <a:off x="2514600" y="2029590"/>
            <a:ext cx="11201400" cy="5174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itchFamily="18" charset="0"/>
                <a:cs typeface="Times New Roman" pitchFamily="18" charset="0"/>
              </a:rPr>
              <a:t> React</a:t>
            </a:r>
            <a:r>
              <a:rPr kumimoji="0" lang="en-US" altLang="en-US" b="0" i="0" u="none" strike="noStrike" cap="none" normalizeH="0" baseline="0" dirty="0">
                <a:ln>
                  <a:noFill/>
                </a:ln>
                <a:solidFill>
                  <a:schemeClr val="tx1"/>
                </a:solidFill>
                <a:effectLst/>
                <a:latin typeface="Times New Roman" pitchFamily="18" charset="0"/>
                <a:cs typeface="Times New Roman" pitchFamily="18" charset="0"/>
              </a:rPr>
              <a:t> – Frontend framework </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dirty="0">
                <a:latin typeface="Times New Roman" pitchFamily="18" charset="0"/>
                <a:cs typeface="Times New Roman" pitchFamily="18" charset="0"/>
              </a:rPr>
              <a:t>Node.js and Express.js </a:t>
            </a:r>
            <a:r>
              <a:rPr lang="en-US" altLang="en-US" b="0" dirty="0">
                <a:latin typeface="Times New Roman" pitchFamily="18" charset="0"/>
                <a:cs typeface="Times New Roman" pitchFamily="18" charset="0"/>
              </a:rPr>
              <a:t>- Backend</a:t>
            </a:r>
            <a:endParaRPr kumimoji="0" lang="en-US" altLang="en-US"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itchFamily="18" charset="0"/>
                <a:cs typeface="Times New Roman" pitchFamily="18" charset="0"/>
              </a:rPr>
              <a:t> JavaScript (ES6) </a:t>
            </a:r>
            <a:r>
              <a:rPr kumimoji="0" lang="en-US" altLang="en-US" b="0" i="0" u="none" strike="noStrike" cap="none" normalizeH="0" baseline="0" dirty="0">
                <a:ln>
                  <a:noFill/>
                </a:ln>
                <a:solidFill>
                  <a:schemeClr val="tx1"/>
                </a:solidFill>
                <a:effectLst/>
                <a:latin typeface="Times New Roman" pitchFamily="18" charset="0"/>
                <a:cs typeface="Times New Roman" pitchFamily="18" charset="0"/>
              </a:rPr>
              <a:t>– Logic handling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itchFamily="18" charset="0"/>
                <a:cs typeface="Times New Roman" pitchFamily="18" charset="0"/>
              </a:rPr>
              <a:t> HTML5</a:t>
            </a:r>
            <a:r>
              <a:rPr kumimoji="0" lang="en-US" altLang="en-US" b="0" i="0" u="none" strike="noStrike" cap="none" normalizeH="0" baseline="0" dirty="0">
                <a:ln>
                  <a:noFill/>
                </a:ln>
                <a:solidFill>
                  <a:schemeClr val="tx1"/>
                </a:solidFill>
                <a:effectLst/>
                <a:latin typeface="Times New Roman" pitchFamily="18" charset="0"/>
                <a:cs typeface="Times New Roman" pitchFamily="18" charset="0"/>
              </a:rPr>
              <a:t> – Structure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itchFamily="18" charset="0"/>
                <a:cs typeface="Times New Roman" pitchFamily="18" charset="0"/>
              </a:rPr>
              <a:t> CSS3</a:t>
            </a:r>
            <a:r>
              <a:rPr kumimoji="0" lang="en-US" altLang="en-US" b="0" i="0" u="none" strike="noStrike" cap="none" normalizeH="0" baseline="0" dirty="0">
                <a:ln>
                  <a:noFill/>
                </a:ln>
                <a:solidFill>
                  <a:schemeClr val="tx1"/>
                </a:solidFill>
                <a:effectLst/>
                <a:latin typeface="Times New Roman" pitchFamily="18" charset="0"/>
                <a:cs typeface="Times New Roman" pitchFamily="18" charset="0"/>
              </a:rPr>
              <a:t> – Styling and UI design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itchFamily="18" charset="0"/>
                <a:cs typeface="Times New Roman" pitchFamily="18" charset="0"/>
              </a:rPr>
              <a:t> </a:t>
            </a:r>
            <a:r>
              <a:rPr kumimoji="0" lang="en-US" altLang="en-US" i="0" u="none" strike="noStrike" cap="none" normalizeH="0" baseline="0" dirty="0" err="1">
                <a:ln>
                  <a:noFill/>
                </a:ln>
                <a:solidFill>
                  <a:schemeClr val="tx1"/>
                </a:solidFill>
                <a:effectLst/>
                <a:latin typeface="Times New Roman" pitchFamily="18" charset="0"/>
                <a:cs typeface="Times New Roman" pitchFamily="18" charset="0"/>
              </a:rPr>
              <a:t>Vite</a:t>
            </a:r>
            <a:r>
              <a:rPr kumimoji="0" lang="en-US" altLang="en-US" b="0" i="0" u="none" strike="noStrike" cap="none" normalizeH="0" baseline="0" dirty="0">
                <a:ln>
                  <a:noFill/>
                </a:ln>
                <a:solidFill>
                  <a:schemeClr val="tx1"/>
                </a:solidFill>
                <a:effectLst/>
                <a:latin typeface="Times New Roman" pitchFamily="18" charset="0"/>
                <a:cs typeface="Times New Roman" pitchFamily="18" charset="0"/>
              </a:rPr>
              <a:t> – Fast development environment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itchFamily="18" charset="0"/>
                <a:cs typeface="Times New Roman" pitchFamily="18" charset="0"/>
              </a:rPr>
              <a:t> </a:t>
            </a:r>
            <a:r>
              <a:rPr kumimoji="0" lang="en-US" altLang="en-US" i="0" u="none" strike="noStrike" cap="none" normalizeH="0" baseline="0" dirty="0" err="1">
                <a:ln>
                  <a:noFill/>
                </a:ln>
                <a:solidFill>
                  <a:schemeClr val="tx1"/>
                </a:solidFill>
                <a:effectLst/>
                <a:latin typeface="Times New Roman" pitchFamily="18" charset="0"/>
                <a:cs typeface="Times New Roman" pitchFamily="18" charset="0"/>
              </a:rPr>
              <a:t>MySQL</a:t>
            </a:r>
            <a:r>
              <a:rPr kumimoji="0" lang="en-US" altLang="en-US" b="0" i="0" u="none" strike="noStrike" cap="none" normalizeH="0" baseline="0" dirty="0">
                <a:ln>
                  <a:noFill/>
                </a:ln>
                <a:solidFill>
                  <a:schemeClr val="tx1"/>
                </a:solidFill>
                <a:effectLst/>
                <a:latin typeface="Times New Roman" pitchFamily="18" charset="0"/>
                <a:cs typeface="Times New Roman" pitchFamily="18" charset="0"/>
              </a:rPr>
              <a:t> - Database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dirty="0">
                  <a:solidFill>
                    <a:srgbClr val="FFFEFE"/>
                  </a:solidFill>
                  <a:latin typeface="Gotham"/>
                  <a:ea typeface="Gotham"/>
                  <a:cs typeface="Gotham"/>
                  <a:sym typeface="Gotham"/>
                </a:rPr>
                <a:t>8</a:t>
              </a:r>
            </a:p>
          </p:txBody>
        </p:sp>
      </p:grpSp>
      <p:grpSp>
        <p:nvGrpSpPr>
          <p:cNvPr id="3"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4"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5"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6"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7"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10"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3"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16"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19"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56972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133600" y="342900"/>
            <a:ext cx="15082325" cy="8494633"/>
          </a:xfrm>
          <a:prstGeom prst="rect">
            <a:avLst/>
          </a:prstGeom>
          <a:noFill/>
        </p:spPr>
        <p:txBody>
          <a:bodyPr wrap="square" rtlCol="0">
            <a:spAutoFit/>
          </a:bodyPr>
          <a:lstStyle/>
          <a:p>
            <a:endParaRPr lang="en-IN" sz="2800" b="1" dirty="0"/>
          </a:p>
          <a:p>
            <a:endParaRPr lang="en-IN" sz="2800" b="1" dirty="0">
              <a:solidFill>
                <a:srgbClr val="FF0000"/>
              </a:solidFill>
            </a:endParaRPr>
          </a:p>
          <a:p>
            <a:endParaRPr lang="en-IN" sz="2800" b="1" dirty="0"/>
          </a:p>
          <a:p>
            <a:pPr algn="just">
              <a:lnSpc>
                <a:spcPct val="150000"/>
              </a:lnSpc>
            </a:pPr>
            <a:r>
              <a:rPr lang="en-IN" sz="2800" b="1" dirty="0">
                <a:latin typeface="Times New Roman" pitchFamily="18" charset="0"/>
                <a:cs typeface="Times New Roman" pitchFamily="18" charset="0"/>
              </a:rPr>
              <a:t>Module 1: User Authentication Module</a:t>
            </a:r>
          </a:p>
          <a:p>
            <a:pPr algn="just">
              <a:lnSpc>
                <a:spcPct val="150000"/>
              </a:lnSpc>
            </a:pPr>
            <a:r>
              <a:rPr lang="en-GB" sz="2800" dirty="0">
                <a:latin typeface="Times New Roman" pitchFamily="18" charset="0"/>
                <a:cs typeface="Times New Roman" pitchFamily="18" charset="0"/>
              </a:rPr>
              <a:t>The User Authentication Module is responsible for </a:t>
            </a:r>
            <a:r>
              <a:rPr lang="en-US" sz="2800" dirty="0"/>
              <a:t>managing user access to the system and ensuring secure authentication.</a:t>
            </a:r>
          </a:p>
          <a:p>
            <a:pPr algn="just">
              <a:lnSpc>
                <a:spcPct val="150000"/>
              </a:lnSpc>
            </a:pPr>
            <a:r>
              <a:rPr lang="en-IN" sz="2800" b="1" dirty="0">
                <a:latin typeface="Times New Roman" pitchFamily="18" charset="0"/>
                <a:cs typeface="Times New Roman" pitchFamily="18" charset="0"/>
              </a:rPr>
              <a:t>Module 2: Dashboard and Event Display Module</a:t>
            </a:r>
          </a:p>
          <a:p>
            <a:pPr algn="just">
              <a:lnSpc>
                <a:spcPct val="150000"/>
              </a:lnSpc>
            </a:pPr>
            <a:r>
              <a:rPr lang="en-GB" sz="2800" dirty="0">
                <a:latin typeface="Times New Roman" pitchFamily="18" charset="0"/>
                <a:cs typeface="Times New Roman" pitchFamily="18" charset="0"/>
              </a:rPr>
              <a:t>The Dashboard and Event Display Module acts as the central interface of the application where users can view all available technical events. It displays important information such as event name, available seats, venue, and registration fee. </a:t>
            </a:r>
          </a:p>
          <a:p>
            <a:pPr algn="just">
              <a:lnSpc>
                <a:spcPct val="150000"/>
              </a:lnSpc>
            </a:pPr>
            <a:r>
              <a:rPr lang="en-IN" sz="2800" b="1" dirty="0">
                <a:latin typeface="Times New Roman" pitchFamily="18" charset="0"/>
                <a:cs typeface="Times New Roman" pitchFamily="18" charset="0"/>
              </a:rPr>
              <a:t>Module 3: Booking Module</a:t>
            </a:r>
          </a:p>
          <a:p>
            <a:pPr algn="just">
              <a:lnSpc>
                <a:spcPct val="150000"/>
              </a:lnSpc>
            </a:pPr>
            <a:r>
              <a:rPr lang="en-GB" sz="2800" dirty="0">
                <a:latin typeface="Times New Roman" pitchFamily="18" charset="0"/>
                <a:cs typeface="Times New Roman" pitchFamily="18" charset="0"/>
              </a:rPr>
              <a:t>The Booking </a:t>
            </a:r>
            <a:r>
              <a:rPr lang="en-GB" sz="2800" dirty="0" err="1">
                <a:latin typeface="Times New Roman" pitchFamily="18" charset="0"/>
                <a:cs typeface="Times New Roman" pitchFamily="18" charset="0"/>
              </a:rPr>
              <a:t>modeule</a:t>
            </a:r>
            <a:r>
              <a:rPr lang="en-GB" sz="2800" dirty="0">
                <a:latin typeface="Times New Roman" pitchFamily="18" charset="0"/>
                <a:cs typeface="Times New Roman" pitchFamily="18" charset="0"/>
              </a:rPr>
              <a:t> </a:t>
            </a:r>
            <a:r>
              <a:rPr lang="en-US" sz="2800" dirty="0">
                <a:latin typeface="Times New Roman" panose="02020603050405020304" pitchFamily="18" charset="0"/>
                <a:cs typeface="Times New Roman" panose="02020603050405020304" pitchFamily="18" charset="0"/>
              </a:rPr>
              <a:t>Accepts essential details such as name, email, department, and number of tickets</a:t>
            </a:r>
            <a:r>
              <a:rPr lang="en-US" sz="2800" dirty="0"/>
              <a:t>. </a:t>
            </a:r>
            <a:endParaRPr lang="en-IN" sz="2800" dirty="0"/>
          </a:p>
          <a:p>
            <a:r>
              <a:rPr lang="en-US" sz="2800" dirty="0">
                <a:latin typeface="Times New Roman" panose="02020603050405020304" pitchFamily="18" charset="0"/>
                <a:cs typeface="Times New Roman" panose="02020603050405020304" pitchFamily="18" charset="0"/>
              </a:rPr>
              <a:t>Ensures all fields are properly filled and validates input formats before submission.</a:t>
            </a:r>
            <a:r>
              <a:rPr lang="en-US" sz="2800" dirty="0"/>
              <a:t> </a:t>
            </a:r>
            <a:r>
              <a:rPr lang="en-US" sz="2800" dirty="0">
                <a:latin typeface="Times New Roman" panose="02020603050405020304" pitchFamily="18" charset="0"/>
                <a:cs typeface="Times New Roman" panose="02020603050405020304" pitchFamily="18" charset="0"/>
              </a:rPr>
              <a:t>Prevents booking when requested tickets exceed available slots and ensures accurate updates</a:t>
            </a:r>
            <a:endParaRPr lang="en-IN" sz="2800" dirty="0">
              <a:latin typeface="Times New Roman" panose="02020603050405020304" pitchFamily="18" charset="0"/>
              <a:cs typeface="Times New Roman" panose="02020603050405020304" pitchFamily="18" charset="0"/>
            </a:endParaRPr>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dirty="0">
                  <a:solidFill>
                    <a:srgbClr val="FFFEFE"/>
                  </a:solidFill>
                  <a:latin typeface="Gotham"/>
                  <a:ea typeface="Gotham"/>
                  <a:cs typeface="Gotham"/>
                  <a:sym typeface="Gotham"/>
                </a:rPr>
                <a:t>8a</a:t>
              </a:r>
            </a:p>
          </p:txBody>
        </p:sp>
      </p:grpSp>
      <p:grpSp>
        <p:nvGrpSpPr>
          <p:cNvPr id="3"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4"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5"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6"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7"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10"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3"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16"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19"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56972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133600" y="1181100"/>
            <a:ext cx="15082325" cy="8630248"/>
          </a:xfrm>
          <a:prstGeom prst="rect">
            <a:avLst/>
          </a:prstGeom>
          <a:noFill/>
        </p:spPr>
        <p:txBody>
          <a:bodyPr wrap="square" rtlCol="0">
            <a:spAutoFit/>
          </a:bodyPr>
          <a:lstStyle/>
          <a:p>
            <a:endParaRPr lang="en-IN" sz="2800" b="1" dirty="0"/>
          </a:p>
          <a:p>
            <a:endParaRPr lang="en-IN" sz="2800" b="1" dirty="0">
              <a:solidFill>
                <a:srgbClr val="FF0000"/>
              </a:solidFill>
            </a:endParaRPr>
          </a:p>
          <a:p>
            <a:pPr algn="just">
              <a:lnSpc>
                <a:spcPct val="150000"/>
              </a:lnSpc>
            </a:pPr>
            <a:r>
              <a:rPr lang="en-IN" sz="2800" b="1" dirty="0">
                <a:latin typeface="Times New Roman" pitchFamily="18" charset="0"/>
                <a:cs typeface="Times New Roman" pitchFamily="18" charset="0"/>
              </a:rPr>
              <a:t>Module 4: Payment Module</a:t>
            </a:r>
          </a:p>
          <a:p>
            <a:pPr algn="just">
              <a:lnSpc>
                <a:spcPct val="150000"/>
              </a:lnSpc>
            </a:pPr>
            <a:r>
              <a:rPr lang="en-GB" sz="2800" dirty="0">
                <a:latin typeface="Times New Roman" pitchFamily="18" charset="0"/>
                <a:cs typeface="Times New Roman" pitchFamily="18" charset="0"/>
              </a:rPr>
              <a:t>The Payment Module </a:t>
            </a:r>
            <a:r>
              <a:rPr lang="en-US" sz="2800" dirty="0">
                <a:latin typeface="Times New Roman" panose="02020603050405020304" pitchFamily="18" charset="0"/>
                <a:cs typeface="Times New Roman" panose="02020603050405020304" pitchFamily="18" charset="0"/>
              </a:rPr>
              <a:t>handles the payment process and ensures correct transaction.</a:t>
            </a:r>
            <a:r>
              <a:rPr lang="en-US" sz="2800" dirty="0"/>
              <a:t> </a:t>
            </a:r>
            <a:r>
              <a:rPr lang="en-US" sz="2800" dirty="0">
                <a:latin typeface="Times New Roman" panose="02020603050405020304" pitchFamily="18" charset="0"/>
                <a:cs typeface="Times New Roman" panose="02020603050405020304" pitchFamily="18" charset="0"/>
              </a:rPr>
              <a:t>Allows users to choose from multiple payment methods such as UPI, card, or net banking. Updates payment status in the system after successful transaction</a:t>
            </a:r>
          </a:p>
          <a:p>
            <a:pPr algn="just">
              <a:lnSpc>
                <a:spcPct val="150000"/>
              </a:lnSpc>
            </a:pPr>
            <a:r>
              <a:rPr lang="en-IN" sz="2800" b="1" dirty="0">
                <a:latin typeface="Times New Roman" pitchFamily="18" charset="0"/>
                <a:cs typeface="Times New Roman" pitchFamily="18" charset="0"/>
              </a:rPr>
              <a:t>Module 5: Confirmation Module </a:t>
            </a:r>
          </a:p>
          <a:p>
            <a:pPr algn="just">
              <a:lnSpc>
                <a:spcPct val="150000"/>
              </a:lnSpc>
            </a:pPr>
            <a:r>
              <a:rPr lang="en-GB" sz="2800" dirty="0">
                <a:latin typeface="Times New Roman" pitchFamily="18" charset="0"/>
                <a:cs typeface="Times New Roman" pitchFamily="18" charset="0"/>
              </a:rPr>
              <a:t>The Ticket Generation Module is responsible for </a:t>
            </a:r>
            <a:r>
              <a:rPr lang="en-US" sz="2800" dirty="0">
                <a:latin typeface="Times New Roman" panose="02020603050405020304" pitchFamily="18" charset="0"/>
                <a:cs typeface="Times New Roman" panose="02020603050405020304" pitchFamily="18" charset="0"/>
              </a:rPr>
              <a:t>generating booking confirmation and provides final confirmation Email  to the user.</a:t>
            </a:r>
            <a:endParaRPr lang="en-IN" sz="2800" dirty="0">
              <a:latin typeface="Times New Roman" pitchFamily="18" charset="0"/>
              <a:cs typeface="Times New Roman" pitchFamily="18" charset="0"/>
            </a:endParaRPr>
          </a:p>
          <a:p>
            <a:pPr algn="l">
              <a:lnSpc>
                <a:spcPct val="150000"/>
              </a:lnSpc>
            </a:pPr>
            <a:endParaRPr lang="en-IN" sz="2800" dirty="0">
              <a:latin typeface="Times New Roman" pitchFamily="18" charset="0"/>
              <a:cs typeface="Times New Roman" pitchFamily="18" charset="0"/>
            </a:endParaRPr>
          </a:p>
          <a:p>
            <a:pPr>
              <a:lnSpc>
                <a:spcPct val="150000"/>
              </a:lnSpc>
            </a:pPr>
            <a:endParaRPr lang="en-IN" sz="2800" dirty="0"/>
          </a:p>
          <a:p>
            <a:pPr>
              <a:lnSpc>
                <a:spcPct val="150000"/>
              </a:lnSpc>
            </a:pPr>
            <a:endParaRPr lang="en-IN" sz="2800" dirty="0"/>
          </a:p>
          <a:p>
            <a:pPr>
              <a:lnSpc>
                <a:spcPct val="150000"/>
              </a:lnSpc>
            </a:pPr>
            <a:endParaRPr lang="en-IN" sz="2800" dirty="0"/>
          </a:p>
          <a:p>
            <a:pPr>
              <a:lnSpc>
                <a:spcPct val="150000"/>
              </a:lnSpc>
            </a:pPr>
            <a:endParaRPr lang="en-IN"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2"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GB" sz="2400" b="1" dirty="0">
                  <a:solidFill>
                    <a:schemeClr val="bg1"/>
                  </a:solidFill>
                  <a:latin typeface="Gotham"/>
                  <a:ea typeface="Gotham"/>
                  <a:cs typeface="Gotham"/>
                  <a:sym typeface="Gotham"/>
                </a:rPr>
                <a:t>8c</a:t>
              </a:r>
              <a:endParaRPr lang="en-US" sz="2400" b="1" dirty="0">
                <a:solidFill>
                  <a:schemeClr val="bg1"/>
                </a:solidFill>
                <a:latin typeface="Gotham"/>
                <a:ea typeface="Gotham"/>
                <a:cs typeface="Gotham"/>
                <a:sym typeface="Gotham"/>
              </a:endParaRPr>
            </a:p>
          </p:txBody>
        </p:sp>
      </p:grpSp>
      <p:grpSp>
        <p:nvGrpSpPr>
          <p:cNvPr id="3"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4"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5"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6"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7"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10"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3"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16"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19"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5262979"/>
          </a:xfrm>
          <a:prstGeom prst="rect">
            <a:avLst/>
          </a:prstGeom>
          <a:noFill/>
        </p:spPr>
        <p:txBody>
          <a:bodyPr wrap="square" rtlCol="0">
            <a:spAutoFit/>
          </a:bodyPr>
          <a:lstStyle/>
          <a:p>
            <a:pPr marL="457200" indent="-457200"/>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5" name="TextBox 34"/>
          <p:cNvSpPr txBox="1"/>
          <p:nvPr/>
        </p:nvSpPr>
        <p:spPr>
          <a:xfrm>
            <a:off x="3200400" y="7810500"/>
            <a:ext cx="11811000" cy="1200329"/>
          </a:xfrm>
          <a:prstGeom prst="rect">
            <a:avLst/>
          </a:prstGeom>
          <a:noFill/>
        </p:spPr>
        <p:txBody>
          <a:bodyPr wrap="square" rtlCol="0">
            <a:spAutoFit/>
          </a:bodyPr>
          <a:lstStyle/>
          <a:p>
            <a:r>
              <a:rPr lang="en-GB" sz="2400" dirty="0">
                <a:latin typeface="Times New Roman" pitchFamily="18" charset="0"/>
                <a:cs typeface="Times New Roman" pitchFamily="18" charset="0"/>
              </a:rPr>
              <a:t>This </a:t>
            </a:r>
            <a:r>
              <a:rPr lang="en-US" sz="2400" dirty="0">
                <a:latin typeface="Times New Roman" panose="02020603050405020304" pitchFamily="18" charset="0"/>
                <a:cs typeface="Times New Roman" panose="02020603050405020304" pitchFamily="18" charset="0"/>
              </a:rPr>
              <a:t>shows The login interface. It allows users to securely access the platform by entering their email and password. It also provides an option for new users to create an account. This ensures only authenticated users can book ticket</a:t>
            </a:r>
          </a:p>
        </p:txBody>
      </p:sp>
      <p:pic>
        <p:nvPicPr>
          <p:cNvPr id="25" name="Picture 24">
            <a:extLst>
              <a:ext uri="{FF2B5EF4-FFF2-40B4-BE49-F238E27FC236}">
                <a16:creationId xmlns:a16="http://schemas.microsoft.com/office/drawing/2014/main" id="{34CDD58B-8EBA-0484-F8A3-7FC7CED27B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33733" y="1409699"/>
            <a:ext cx="5620534" cy="6143615"/>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36091" y="6653783"/>
            <a:ext cx="992505" cy="992505"/>
          </a:xfrm>
          <a:custGeom>
            <a:avLst/>
            <a:gdLst/>
            <a:ahLst/>
            <a:cxnLst/>
            <a:rect l="l" t="t" r="r" b="b"/>
            <a:pathLst>
              <a:path w="992505" h="992504">
                <a:moveTo>
                  <a:pt x="496061" y="0"/>
                </a:moveTo>
                <a:lnTo>
                  <a:pt x="448288" y="2271"/>
                </a:lnTo>
                <a:lnTo>
                  <a:pt x="401799" y="8945"/>
                </a:lnTo>
                <a:lnTo>
                  <a:pt x="356803" y="19816"/>
                </a:lnTo>
                <a:lnTo>
                  <a:pt x="313507" y="34673"/>
                </a:lnTo>
                <a:lnTo>
                  <a:pt x="272120" y="53311"/>
                </a:lnTo>
                <a:lnTo>
                  <a:pt x="232848" y="75520"/>
                </a:lnTo>
                <a:lnTo>
                  <a:pt x="195902" y="101093"/>
                </a:lnTo>
                <a:lnTo>
                  <a:pt x="161487" y="129821"/>
                </a:lnTo>
                <a:lnTo>
                  <a:pt x="129812" y="161497"/>
                </a:lnTo>
                <a:lnTo>
                  <a:pt x="101085" y="195912"/>
                </a:lnTo>
                <a:lnTo>
                  <a:pt x="75514" y="232860"/>
                </a:lnTo>
                <a:lnTo>
                  <a:pt x="53306" y="272131"/>
                </a:lnTo>
                <a:lnTo>
                  <a:pt x="34670" y="313517"/>
                </a:lnTo>
                <a:lnTo>
                  <a:pt x="19814" y="356812"/>
                </a:lnTo>
                <a:lnTo>
                  <a:pt x="8944" y="401806"/>
                </a:lnTo>
                <a:lnTo>
                  <a:pt x="2270" y="448292"/>
                </a:lnTo>
                <a:lnTo>
                  <a:pt x="0" y="496061"/>
                </a:lnTo>
                <a:lnTo>
                  <a:pt x="2270" y="543831"/>
                </a:lnTo>
                <a:lnTo>
                  <a:pt x="8944" y="590317"/>
                </a:lnTo>
                <a:lnTo>
                  <a:pt x="19814" y="635311"/>
                </a:lnTo>
                <a:lnTo>
                  <a:pt x="34670" y="678606"/>
                </a:lnTo>
                <a:lnTo>
                  <a:pt x="53306" y="719992"/>
                </a:lnTo>
                <a:lnTo>
                  <a:pt x="75514" y="759263"/>
                </a:lnTo>
                <a:lnTo>
                  <a:pt x="101085" y="796211"/>
                </a:lnTo>
                <a:lnTo>
                  <a:pt x="129812" y="830626"/>
                </a:lnTo>
                <a:lnTo>
                  <a:pt x="161487" y="862302"/>
                </a:lnTo>
                <a:lnTo>
                  <a:pt x="195902" y="891030"/>
                </a:lnTo>
                <a:lnTo>
                  <a:pt x="232848" y="916603"/>
                </a:lnTo>
                <a:lnTo>
                  <a:pt x="272120" y="938812"/>
                </a:lnTo>
                <a:lnTo>
                  <a:pt x="313507" y="957450"/>
                </a:lnTo>
                <a:lnTo>
                  <a:pt x="356803" y="972307"/>
                </a:lnTo>
                <a:lnTo>
                  <a:pt x="401799" y="983178"/>
                </a:lnTo>
                <a:lnTo>
                  <a:pt x="448288" y="989852"/>
                </a:lnTo>
                <a:lnTo>
                  <a:pt x="496061" y="992123"/>
                </a:lnTo>
                <a:lnTo>
                  <a:pt x="543831" y="989852"/>
                </a:lnTo>
                <a:lnTo>
                  <a:pt x="590317" y="983178"/>
                </a:lnTo>
                <a:lnTo>
                  <a:pt x="635311" y="972307"/>
                </a:lnTo>
                <a:lnTo>
                  <a:pt x="678606" y="957450"/>
                </a:lnTo>
                <a:lnTo>
                  <a:pt x="719992" y="938812"/>
                </a:lnTo>
                <a:lnTo>
                  <a:pt x="759263" y="916603"/>
                </a:lnTo>
                <a:lnTo>
                  <a:pt x="796211" y="891030"/>
                </a:lnTo>
                <a:lnTo>
                  <a:pt x="830626" y="862302"/>
                </a:lnTo>
                <a:lnTo>
                  <a:pt x="862302" y="830626"/>
                </a:lnTo>
                <a:lnTo>
                  <a:pt x="891030" y="796211"/>
                </a:lnTo>
                <a:lnTo>
                  <a:pt x="916603" y="759263"/>
                </a:lnTo>
                <a:lnTo>
                  <a:pt x="938812" y="719992"/>
                </a:lnTo>
                <a:lnTo>
                  <a:pt x="957450" y="678606"/>
                </a:lnTo>
                <a:lnTo>
                  <a:pt x="972307" y="635311"/>
                </a:lnTo>
                <a:lnTo>
                  <a:pt x="983178" y="590317"/>
                </a:lnTo>
                <a:lnTo>
                  <a:pt x="989852" y="543831"/>
                </a:lnTo>
                <a:lnTo>
                  <a:pt x="992124" y="496061"/>
                </a:lnTo>
                <a:lnTo>
                  <a:pt x="989852" y="448292"/>
                </a:lnTo>
                <a:lnTo>
                  <a:pt x="983178" y="401806"/>
                </a:lnTo>
                <a:lnTo>
                  <a:pt x="972307" y="356812"/>
                </a:lnTo>
                <a:lnTo>
                  <a:pt x="957450" y="313517"/>
                </a:lnTo>
                <a:lnTo>
                  <a:pt x="938812" y="272131"/>
                </a:lnTo>
                <a:lnTo>
                  <a:pt x="916603" y="232860"/>
                </a:lnTo>
                <a:lnTo>
                  <a:pt x="891030" y="195912"/>
                </a:lnTo>
                <a:lnTo>
                  <a:pt x="862302" y="161497"/>
                </a:lnTo>
                <a:lnTo>
                  <a:pt x="830626" y="129821"/>
                </a:lnTo>
                <a:lnTo>
                  <a:pt x="796211" y="101093"/>
                </a:lnTo>
                <a:lnTo>
                  <a:pt x="759263" y="75520"/>
                </a:lnTo>
                <a:lnTo>
                  <a:pt x="719992" y="53311"/>
                </a:lnTo>
                <a:lnTo>
                  <a:pt x="678606" y="34673"/>
                </a:lnTo>
                <a:lnTo>
                  <a:pt x="635311" y="19816"/>
                </a:lnTo>
                <a:lnTo>
                  <a:pt x="590317" y="8945"/>
                </a:lnTo>
                <a:lnTo>
                  <a:pt x="543831" y="2271"/>
                </a:lnTo>
                <a:lnTo>
                  <a:pt x="496061" y="0"/>
                </a:lnTo>
                <a:close/>
              </a:path>
            </a:pathLst>
          </a:custGeom>
          <a:solidFill>
            <a:srgbClr val="FC611F"/>
          </a:solidFill>
        </p:spPr>
        <p:txBody>
          <a:bodyPr wrap="square" lIns="0" tIns="0" rIns="0" bIns="0" rtlCol="0"/>
          <a:lstStyle/>
          <a:p>
            <a:endParaRPr/>
          </a:p>
        </p:txBody>
      </p:sp>
      <p:sp>
        <p:nvSpPr>
          <p:cNvPr id="3" name="object 3"/>
          <p:cNvSpPr/>
          <p:nvPr/>
        </p:nvSpPr>
        <p:spPr>
          <a:xfrm>
            <a:off x="978408" y="3316223"/>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3"/>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3"/>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4" name="object 4"/>
          <p:cNvSpPr/>
          <p:nvPr/>
        </p:nvSpPr>
        <p:spPr>
          <a:xfrm>
            <a:off x="978408" y="1982723"/>
            <a:ext cx="508000" cy="544195"/>
          </a:xfrm>
          <a:custGeom>
            <a:avLst/>
            <a:gdLst/>
            <a:ahLst/>
            <a:cxnLst/>
            <a:rect l="l" t="t" r="r" b="b"/>
            <a:pathLst>
              <a:path w="508000" h="544194">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3"/>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8"/>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3"/>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5" name="object 5"/>
          <p:cNvSpPr/>
          <p:nvPr/>
        </p:nvSpPr>
        <p:spPr>
          <a:xfrm>
            <a:off x="978408" y="3983735"/>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4"/>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4"/>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6" name="object 6"/>
          <p:cNvSpPr/>
          <p:nvPr/>
        </p:nvSpPr>
        <p:spPr>
          <a:xfrm>
            <a:off x="978408" y="2648711"/>
            <a:ext cx="508000" cy="542925"/>
          </a:xfrm>
          <a:custGeom>
            <a:avLst/>
            <a:gdLst/>
            <a:ahLst/>
            <a:cxnLst/>
            <a:rect l="l" t="t" r="r" b="b"/>
            <a:pathLst>
              <a:path w="508000" h="542925">
                <a:moveTo>
                  <a:pt x="253745" y="0"/>
                </a:moveTo>
                <a:lnTo>
                  <a:pt x="208133" y="4369"/>
                </a:lnTo>
                <a:lnTo>
                  <a:pt x="165204" y="16966"/>
                </a:lnTo>
                <a:lnTo>
                  <a:pt x="125673" y="37027"/>
                </a:lnTo>
                <a:lnTo>
                  <a:pt x="90258" y="63786"/>
                </a:lnTo>
                <a:lnTo>
                  <a:pt x="59676" y="96478"/>
                </a:lnTo>
                <a:lnTo>
                  <a:pt x="34642" y="134337"/>
                </a:lnTo>
                <a:lnTo>
                  <a:pt x="15874" y="176600"/>
                </a:lnTo>
                <a:lnTo>
                  <a:pt x="4088" y="222499"/>
                </a:lnTo>
                <a:lnTo>
                  <a:pt x="0" y="271272"/>
                </a:lnTo>
                <a:lnTo>
                  <a:pt x="4088" y="320044"/>
                </a:lnTo>
                <a:lnTo>
                  <a:pt x="15874" y="365943"/>
                </a:lnTo>
                <a:lnTo>
                  <a:pt x="34642" y="408206"/>
                </a:lnTo>
                <a:lnTo>
                  <a:pt x="59676" y="446065"/>
                </a:lnTo>
                <a:lnTo>
                  <a:pt x="90258" y="478757"/>
                </a:lnTo>
                <a:lnTo>
                  <a:pt x="125673" y="505516"/>
                </a:lnTo>
                <a:lnTo>
                  <a:pt x="165204" y="525577"/>
                </a:lnTo>
                <a:lnTo>
                  <a:pt x="208133" y="538174"/>
                </a:lnTo>
                <a:lnTo>
                  <a:pt x="253745" y="542544"/>
                </a:lnTo>
                <a:lnTo>
                  <a:pt x="299341" y="538174"/>
                </a:lnTo>
                <a:lnTo>
                  <a:pt x="342262" y="525577"/>
                </a:lnTo>
                <a:lnTo>
                  <a:pt x="381790" y="505516"/>
                </a:lnTo>
                <a:lnTo>
                  <a:pt x="417207" y="478757"/>
                </a:lnTo>
                <a:lnTo>
                  <a:pt x="447794" y="446065"/>
                </a:lnTo>
                <a:lnTo>
                  <a:pt x="472835" y="408206"/>
                </a:lnTo>
                <a:lnTo>
                  <a:pt x="491610" y="365943"/>
                </a:lnTo>
                <a:lnTo>
                  <a:pt x="503401" y="320044"/>
                </a:lnTo>
                <a:lnTo>
                  <a:pt x="507491" y="271272"/>
                </a:lnTo>
                <a:lnTo>
                  <a:pt x="503401" y="222499"/>
                </a:lnTo>
                <a:lnTo>
                  <a:pt x="491610" y="176600"/>
                </a:lnTo>
                <a:lnTo>
                  <a:pt x="472835" y="134337"/>
                </a:lnTo>
                <a:lnTo>
                  <a:pt x="447794" y="96478"/>
                </a:lnTo>
                <a:lnTo>
                  <a:pt x="417207" y="63786"/>
                </a:lnTo>
                <a:lnTo>
                  <a:pt x="381790" y="37027"/>
                </a:lnTo>
                <a:lnTo>
                  <a:pt x="342262" y="16966"/>
                </a:lnTo>
                <a:lnTo>
                  <a:pt x="299341" y="4369"/>
                </a:lnTo>
                <a:lnTo>
                  <a:pt x="253745" y="0"/>
                </a:lnTo>
                <a:close/>
              </a:path>
            </a:pathLst>
          </a:custGeom>
          <a:ln w="9144">
            <a:solidFill>
              <a:srgbClr val="FC611F"/>
            </a:solidFill>
          </a:ln>
        </p:spPr>
        <p:txBody>
          <a:bodyPr wrap="square" lIns="0" tIns="0" rIns="0" bIns="0" rtlCol="0"/>
          <a:lstStyle/>
          <a:p>
            <a:endParaRPr/>
          </a:p>
        </p:txBody>
      </p:sp>
      <p:sp>
        <p:nvSpPr>
          <p:cNvPr id="7" name="object 7"/>
          <p:cNvSpPr/>
          <p:nvPr/>
        </p:nvSpPr>
        <p:spPr>
          <a:xfrm>
            <a:off x="978408" y="5318759"/>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4"/>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4"/>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8" name="object 8"/>
          <p:cNvSpPr/>
          <p:nvPr/>
        </p:nvSpPr>
        <p:spPr>
          <a:xfrm>
            <a:off x="978408" y="4651247"/>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4"/>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4"/>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9" name="object 9"/>
          <p:cNvSpPr/>
          <p:nvPr/>
        </p:nvSpPr>
        <p:spPr>
          <a:xfrm>
            <a:off x="978408" y="5986271"/>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3"/>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3"/>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10" name="object 10"/>
          <p:cNvSpPr txBox="1"/>
          <p:nvPr/>
        </p:nvSpPr>
        <p:spPr>
          <a:xfrm>
            <a:off x="1106830" y="2092833"/>
            <a:ext cx="401930" cy="5268109"/>
          </a:xfrm>
          <a:prstGeom prst="rect">
            <a:avLst/>
          </a:prstGeom>
        </p:spPr>
        <p:txBody>
          <a:bodyPr vert="horz" wrap="square" lIns="0" tIns="12700" rIns="0" bIns="0" rtlCol="0">
            <a:spAutoFit/>
          </a:bodyPr>
          <a:lstStyle/>
          <a:p>
            <a:pPr marL="69850">
              <a:lnSpc>
                <a:spcPct val="100000"/>
              </a:lnSpc>
              <a:spcBef>
                <a:spcPts val="100"/>
              </a:spcBef>
            </a:pPr>
            <a:r>
              <a:rPr sz="1700" spc="-375" dirty="0">
                <a:solidFill>
                  <a:srgbClr val="181818"/>
                </a:solidFill>
                <a:latin typeface="Tahoma"/>
                <a:cs typeface="Tahoma"/>
              </a:rPr>
              <a:t>1</a:t>
            </a:r>
            <a:endParaRPr sz="1700" dirty="0">
              <a:latin typeface="Tahoma"/>
              <a:cs typeface="Tahoma"/>
            </a:endParaRPr>
          </a:p>
          <a:p>
            <a:pPr>
              <a:lnSpc>
                <a:spcPct val="100000"/>
              </a:lnSpc>
              <a:spcBef>
                <a:spcPts val="1150"/>
              </a:spcBef>
            </a:pPr>
            <a:endParaRPr sz="1700" dirty="0">
              <a:latin typeface="Tahoma"/>
              <a:cs typeface="Tahoma"/>
            </a:endParaRPr>
          </a:p>
          <a:p>
            <a:pPr marL="43815">
              <a:lnSpc>
                <a:spcPct val="100000"/>
              </a:lnSpc>
              <a:spcBef>
                <a:spcPts val="5"/>
              </a:spcBef>
            </a:pPr>
            <a:r>
              <a:rPr sz="1700" spc="40" dirty="0">
                <a:solidFill>
                  <a:srgbClr val="181818"/>
                </a:solidFill>
                <a:latin typeface="Tahoma"/>
                <a:cs typeface="Tahoma"/>
              </a:rPr>
              <a:t>2</a:t>
            </a:r>
            <a:endParaRPr sz="1700" dirty="0">
              <a:latin typeface="Tahoma"/>
              <a:cs typeface="Tahoma"/>
            </a:endParaRPr>
          </a:p>
          <a:p>
            <a:pPr>
              <a:lnSpc>
                <a:spcPct val="100000"/>
              </a:lnSpc>
              <a:spcBef>
                <a:spcPts val="1165"/>
              </a:spcBef>
            </a:pPr>
            <a:endParaRPr sz="1700" dirty="0">
              <a:latin typeface="Tahoma"/>
              <a:cs typeface="Tahoma"/>
            </a:endParaRPr>
          </a:p>
          <a:p>
            <a:pPr marL="42545">
              <a:lnSpc>
                <a:spcPct val="100000"/>
              </a:lnSpc>
            </a:pPr>
            <a:r>
              <a:rPr sz="1700" spc="60" dirty="0">
                <a:solidFill>
                  <a:srgbClr val="181818"/>
                </a:solidFill>
                <a:latin typeface="Tahoma"/>
                <a:cs typeface="Tahoma"/>
              </a:rPr>
              <a:t>3</a:t>
            </a:r>
            <a:endParaRPr sz="1700" dirty="0">
              <a:latin typeface="Tahoma"/>
              <a:cs typeface="Tahoma"/>
            </a:endParaRPr>
          </a:p>
          <a:p>
            <a:pPr>
              <a:lnSpc>
                <a:spcPct val="100000"/>
              </a:lnSpc>
              <a:spcBef>
                <a:spcPts val="1165"/>
              </a:spcBef>
            </a:pPr>
            <a:endParaRPr sz="1700" dirty="0">
              <a:latin typeface="Tahoma"/>
              <a:cs typeface="Tahoma"/>
            </a:endParaRPr>
          </a:p>
          <a:p>
            <a:pPr marL="36195">
              <a:lnSpc>
                <a:spcPct val="100000"/>
              </a:lnSpc>
            </a:pPr>
            <a:r>
              <a:rPr sz="1700" spc="160" dirty="0">
                <a:solidFill>
                  <a:srgbClr val="181818"/>
                </a:solidFill>
                <a:latin typeface="Tahoma"/>
                <a:cs typeface="Tahoma"/>
              </a:rPr>
              <a:t>4</a:t>
            </a:r>
            <a:endParaRPr sz="1700" dirty="0">
              <a:latin typeface="Tahoma"/>
              <a:cs typeface="Tahoma"/>
            </a:endParaRPr>
          </a:p>
          <a:p>
            <a:pPr>
              <a:lnSpc>
                <a:spcPct val="100000"/>
              </a:lnSpc>
              <a:spcBef>
                <a:spcPts val="1165"/>
              </a:spcBef>
            </a:pPr>
            <a:endParaRPr sz="1700" dirty="0">
              <a:latin typeface="Tahoma"/>
              <a:cs typeface="Tahoma"/>
            </a:endParaRPr>
          </a:p>
          <a:p>
            <a:pPr marL="42545">
              <a:lnSpc>
                <a:spcPct val="100000"/>
              </a:lnSpc>
            </a:pPr>
            <a:r>
              <a:rPr sz="1700" spc="60" dirty="0">
                <a:solidFill>
                  <a:srgbClr val="181818"/>
                </a:solidFill>
                <a:latin typeface="Tahoma"/>
                <a:cs typeface="Tahoma"/>
              </a:rPr>
              <a:t>5</a:t>
            </a:r>
            <a:endParaRPr sz="1700" dirty="0">
              <a:latin typeface="Tahoma"/>
              <a:cs typeface="Tahoma"/>
            </a:endParaRPr>
          </a:p>
          <a:p>
            <a:pPr>
              <a:lnSpc>
                <a:spcPct val="100000"/>
              </a:lnSpc>
              <a:spcBef>
                <a:spcPts val="1165"/>
              </a:spcBef>
            </a:pPr>
            <a:endParaRPr sz="1700" dirty="0">
              <a:latin typeface="Tahoma"/>
              <a:cs typeface="Tahoma"/>
            </a:endParaRPr>
          </a:p>
          <a:p>
            <a:pPr marL="39370">
              <a:lnSpc>
                <a:spcPct val="100000"/>
              </a:lnSpc>
            </a:pPr>
            <a:r>
              <a:rPr sz="1700" spc="125" dirty="0">
                <a:solidFill>
                  <a:srgbClr val="181818"/>
                </a:solidFill>
                <a:latin typeface="Tahoma"/>
                <a:cs typeface="Tahoma"/>
              </a:rPr>
              <a:t>6</a:t>
            </a:r>
            <a:endParaRPr sz="1700" dirty="0">
              <a:latin typeface="Tahoma"/>
              <a:cs typeface="Tahoma"/>
            </a:endParaRPr>
          </a:p>
          <a:p>
            <a:pPr>
              <a:lnSpc>
                <a:spcPct val="100000"/>
              </a:lnSpc>
              <a:spcBef>
                <a:spcPts val="1165"/>
              </a:spcBef>
            </a:pPr>
            <a:endParaRPr sz="1700" dirty="0">
              <a:latin typeface="Tahoma"/>
              <a:cs typeface="Tahoma"/>
            </a:endParaRPr>
          </a:p>
          <a:p>
            <a:pPr marL="43815">
              <a:lnSpc>
                <a:spcPct val="100000"/>
              </a:lnSpc>
            </a:pPr>
            <a:r>
              <a:rPr sz="1700" spc="30" dirty="0">
                <a:solidFill>
                  <a:srgbClr val="181818"/>
                </a:solidFill>
                <a:latin typeface="Tahoma"/>
                <a:cs typeface="Tahoma"/>
              </a:rPr>
              <a:t>7</a:t>
            </a:r>
            <a:endParaRPr sz="1700" dirty="0">
              <a:latin typeface="Tahoma"/>
              <a:cs typeface="Tahoma"/>
            </a:endParaRPr>
          </a:p>
          <a:p>
            <a:pPr>
              <a:lnSpc>
                <a:spcPct val="100000"/>
              </a:lnSpc>
            </a:pPr>
            <a:endParaRPr sz="1700" dirty="0">
              <a:latin typeface="Tahoma"/>
              <a:cs typeface="Tahoma"/>
            </a:endParaRPr>
          </a:p>
          <a:p>
            <a:pPr>
              <a:lnSpc>
                <a:spcPct val="100000"/>
              </a:lnSpc>
              <a:spcBef>
                <a:spcPts val="335"/>
              </a:spcBef>
            </a:pPr>
            <a:endParaRPr sz="1700" dirty="0">
              <a:latin typeface="Tahoma"/>
              <a:cs typeface="Tahoma"/>
            </a:endParaRPr>
          </a:p>
          <a:p>
            <a:pPr marL="12700">
              <a:lnSpc>
                <a:spcPct val="100000"/>
              </a:lnSpc>
            </a:pPr>
            <a:r>
              <a:rPr sz="2400" b="1" spc="-50" dirty="0">
                <a:solidFill>
                  <a:schemeClr val="bg1"/>
                </a:solidFill>
                <a:latin typeface="Tahoma"/>
                <a:cs typeface="Tahoma"/>
              </a:rPr>
              <a:t>8</a:t>
            </a:r>
            <a:r>
              <a:rPr lang="en-GB" sz="2400" b="1" spc="-50" dirty="0">
                <a:solidFill>
                  <a:schemeClr val="bg1"/>
                </a:solidFill>
                <a:latin typeface="Tahoma"/>
                <a:cs typeface="Tahoma"/>
              </a:rPr>
              <a:t>d</a:t>
            </a:r>
            <a:endParaRPr sz="2400" dirty="0">
              <a:solidFill>
                <a:schemeClr val="bg1"/>
              </a:solidFill>
              <a:latin typeface="Tahoma"/>
              <a:cs typeface="Tahoma"/>
            </a:endParaRPr>
          </a:p>
        </p:txBody>
      </p:sp>
      <p:sp>
        <p:nvSpPr>
          <p:cNvPr id="11" name="object 11"/>
          <p:cNvSpPr/>
          <p:nvPr/>
        </p:nvSpPr>
        <p:spPr>
          <a:xfrm>
            <a:off x="978408" y="7760207"/>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4"/>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8"/>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4"/>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12" name="object 12"/>
          <p:cNvSpPr txBox="1"/>
          <p:nvPr/>
        </p:nvSpPr>
        <p:spPr>
          <a:xfrm>
            <a:off x="1148892" y="7872221"/>
            <a:ext cx="165735" cy="285115"/>
          </a:xfrm>
          <a:prstGeom prst="rect">
            <a:avLst/>
          </a:prstGeom>
        </p:spPr>
        <p:txBody>
          <a:bodyPr vert="horz" wrap="square" lIns="0" tIns="12700" rIns="0" bIns="0" rtlCol="0">
            <a:spAutoFit/>
          </a:bodyPr>
          <a:lstStyle/>
          <a:p>
            <a:pPr marL="12700">
              <a:lnSpc>
                <a:spcPct val="100000"/>
              </a:lnSpc>
              <a:spcBef>
                <a:spcPts val="100"/>
              </a:spcBef>
            </a:pPr>
            <a:r>
              <a:rPr sz="1700" spc="125" dirty="0">
                <a:solidFill>
                  <a:srgbClr val="181818"/>
                </a:solidFill>
                <a:latin typeface="Tahoma"/>
                <a:cs typeface="Tahoma"/>
              </a:rPr>
              <a:t>9</a:t>
            </a:r>
            <a:endParaRPr sz="1700">
              <a:latin typeface="Tahoma"/>
              <a:cs typeface="Tahoma"/>
            </a:endParaRPr>
          </a:p>
        </p:txBody>
      </p:sp>
      <p:pic>
        <p:nvPicPr>
          <p:cNvPr id="13" name="object 13"/>
          <p:cNvPicPr/>
          <p:nvPr/>
        </p:nvPicPr>
        <p:blipFill>
          <a:blip r:embed="rId2" cstate="print"/>
          <a:stretch>
            <a:fillRect/>
          </a:stretch>
        </p:blipFill>
        <p:spPr>
          <a:xfrm>
            <a:off x="16312895" y="1028700"/>
            <a:ext cx="946403" cy="236220"/>
          </a:xfrm>
          <a:prstGeom prst="rect">
            <a:avLst/>
          </a:prstGeom>
        </p:spPr>
      </p:pic>
      <p:sp>
        <p:nvSpPr>
          <p:cNvPr id="15" name="object 15"/>
          <p:cNvSpPr txBox="1">
            <a:spLocks noGrp="1"/>
          </p:cNvSpPr>
          <p:nvPr>
            <p:ph type="title"/>
          </p:nvPr>
        </p:nvSpPr>
        <p:spPr>
          <a:prstGeom prst="rect">
            <a:avLst/>
          </a:prstGeom>
        </p:spPr>
        <p:txBody>
          <a:bodyPr vert="horz" wrap="square" lIns="0" tIns="12700" rIns="0" bIns="0" rtlCol="0">
            <a:spAutoFit/>
          </a:bodyPr>
          <a:lstStyle/>
          <a:p>
            <a:pPr marL="356870">
              <a:lnSpc>
                <a:spcPct val="100000"/>
              </a:lnSpc>
              <a:spcBef>
                <a:spcPts val="100"/>
              </a:spcBef>
            </a:pPr>
            <a:r>
              <a:rPr spc="-40" dirty="0"/>
              <a:t>IMPLEMENTATION</a:t>
            </a:r>
            <a:r>
              <a:rPr spc="-235" dirty="0"/>
              <a:t> </a:t>
            </a:r>
            <a:r>
              <a:rPr spc="-10" dirty="0"/>
              <a:t>SCREENSHOTS</a:t>
            </a:r>
          </a:p>
        </p:txBody>
      </p:sp>
      <p:sp>
        <p:nvSpPr>
          <p:cNvPr id="8194" name="AutoShape 2" descr="blob:https://web.whatsapp.com/08fa4b10-df40-4c74-9056-08b582810e22"/>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pSp>
        <p:nvGrpSpPr>
          <p:cNvPr id="19" name="Group 35"/>
          <p:cNvGrpSpPr/>
          <p:nvPr/>
        </p:nvGrpSpPr>
        <p:grpSpPr>
          <a:xfrm>
            <a:off x="16687800" y="-266700"/>
            <a:ext cx="10994424" cy="10994424"/>
            <a:chOff x="0" y="0"/>
            <a:chExt cx="812800" cy="812800"/>
          </a:xfrm>
        </p:grpSpPr>
        <p:sp>
          <p:nvSpPr>
            <p:cNvPr id="20"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2"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3" name="TextBox 22"/>
          <p:cNvSpPr txBox="1"/>
          <p:nvPr/>
        </p:nvSpPr>
        <p:spPr>
          <a:xfrm>
            <a:off x="3048000" y="7810500"/>
            <a:ext cx="13487400" cy="1200329"/>
          </a:xfrm>
          <a:prstGeom prst="rect">
            <a:avLst/>
          </a:prstGeom>
          <a:noFill/>
        </p:spPr>
        <p:txBody>
          <a:bodyPr wrap="square" rtlCol="0">
            <a:spAutoFit/>
          </a:bodyPr>
          <a:lstStyle/>
          <a:p>
            <a:pPr algn="just"/>
            <a:r>
              <a:rPr lang="en-GB" sz="2400" dirty="0">
                <a:latin typeface="Times New Roman" pitchFamily="18" charset="0"/>
                <a:cs typeface="Times New Roman" pitchFamily="18" charset="0"/>
              </a:rPr>
              <a:t> It </a:t>
            </a:r>
            <a:r>
              <a:rPr lang="en-US" sz="2400" dirty="0">
                <a:latin typeface="Times New Roman" panose="02020603050405020304" pitchFamily="18" charset="0"/>
                <a:cs typeface="Times New Roman" panose="02020603050405020304" pitchFamily="18" charset="0"/>
              </a:rPr>
              <a:t>shows the dashboard that displays all upcoming events with details like date, time, venue, available slots, and price. Users can filter events by category such as technology, hackathon, or workshop. It helps users easily browse and select events.</a:t>
            </a:r>
            <a:r>
              <a:rPr lang="en-GB" sz="2400" dirty="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pic>
        <p:nvPicPr>
          <p:cNvPr id="16" name="Picture 15">
            <a:extLst>
              <a:ext uri="{FF2B5EF4-FFF2-40B4-BE49-F238E27FC236}">
                <a16:creationId xmlns:a16="http://schemas.microsoft.com/office/drawing/2014/main" id="{9FA5137C-DA9B-3FA3-7679-AC2DA1D7B6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5637" y="1908362"/>
            <a:ext cx="15235533" cy="573792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36091" y="6653783"/>
            <a:ext cx="992505" cy="992505"/>
          </a:xfrm>
          <a:custGeom>
            <a:avLst/>
            <a:gdLst/>
            <a:ahLst/>
            <a:cxnLst/>
            <a:rect l="l" t="t" r="r" b="b"/>
            <a:pathLst>
              <a:path w="992505" h="992504">
                <a:moveTo>
                  <a:pt x="496061" y="0"/>
                </a:moveTo>
                <a:lnTo>
                  <a:pt x="448288" y="2271"/>
                </a:lnTo>
                <a:lnTo>
                  <a:pt x="401799" y="8945"/>
                </a:lnTo>
                <a:lnTo>
                  <a:pt x="356803" y="19816"/>
                </a:lnTo>
                <a:lnTo>
                  <a:pt x="313507" y="34673"/>
                </a:lnTo>
                <a:lnTo>
                  <a:pt x="272120" y="53311"/>
                </a:lnTo>
                <a:lnTo>
                  <a:pt x="232848" y="75520"/>
                </a:lnTo>
                <a:lnTo>
                  <a:pt x="195902" y="101093"/>
                </a:lnTo>
                <a:lnTo>
                  <a:pt x="161487" y="129821"/>
                </a:lnTo>
                <a:lnTo>
                  <a:pt x="129812" y="161497"/>
                </a:lnTo>
                <a:lnTo>
                  <a:pt x="101085" y="195912"/>
                </a:lnTo>
                <a:lnTo>
                  <a:pt x="75514" y="232860"/>
                </a:lnTo>
                <a:lnTo>
                  <a:pt x="53306" y="272131"/>
                </a:lnTo>
                <a:lnTo>
                  <a:pt x="34670" y="313517"/>
                </a:lnTo>
                <a:lnTo>
                  <a:pt x="19814" y="356812"/>
                </a:lnTo>
                <a:lnTo>
                  <a:pt x="8944" y="401806"/>
                </a:lnTo>
                <a:lnTo>
                  <a:pt x="2270" y="448292"/>
                </a:lnTo>
                <a:lnTo>
                  <a:pt x="0" y="496061"/>
                </a:lnTo>
                <a:lnTo>
                  <a:pt x="2270" y="543831"/>
                </a:lnTo>
                <a:lnTo>
                  <a:pt x="8944" y="590317"/>
                </a:lnTo>
                <a:lnTo>
                  <a:pt x="19814" y="635311"/>
                </a:lnTo>
                <a:lnTo>
                  <a:pt x="34670" y="678606"/>
                </a:lnTo>
                <a:lnTo>
                  <a:pt x="53306" y="719992"/>
                </a:lnTo>
                <a:lnTo>
                  <a:pt x="75514" y="759263"/>
                </a:lnTo>
                <a:lnTo>
                  <a:pt x="101085" y="796211"/>
                </a:lnTo>
                <a:lnTo>
                  <a:pt x="129812" y="830626"/>
                </a:lnTo>
                <a:lnTo>
                  <a:pt x="161487" y="862302"/>
                </a:lnTo>
                <a:lnTo>
                  <a:pt x="195902" y="891030"/>
                </a:lnTo>
                <a:lnTo>
                  <a:pt x="232848" y="916603"/>
                </a:lnTo>
                <a:lnTo>
                  <a:pt x="272120" y="938812"/>
                </a:lnTo>
                <a:lnTo>
                  <a:pt x="313507" y="957450"/>
                </a:lnTo>
                <a:lnTo>
                  <a:pt x="356803" y="972307"/>
                </a:lnTo>
                <a:lnTo>
                  <a:pt x="401799" y="983178"/>
                </a:lnTo>
                <a:lnTo>
                  <a:pt x="448288" y="989852"/>
                </a:lnTo>
                <a:lnTo>
                  <a:pt x="496061" y="992123"/>
                </a:lnTo>
                <a:lnTo>
                  <a:pt x="543831" y="989852"/>
                </a:lnTo>
                <a:lnTo>
                  <a:pt x="590317" y="983178"/>
                </a:lnTo>
                <a:lnTo>
                  <a:pt x="635311" y="972307"/>
                </a:lnTo>
                <a:lnTo>
                  <a:pt x="678606" y="957450"/>
                </a:lnTo>
                <a:lnTo>
                  <a:pt x="719992" y="938812"/>
                </a:lnTo>
                <a:lnTo>
                  <a:pt x="759263" y="916603"/>
                </a:lnTo>
                <a:lnTo>
                  <a:pt x="796211" y="891030"/>
                </a:lnTo>
                <a:lnTo>
                  <a:pt x="830626" y="862302"/>
                </a:lnTo>
                <a:lnTo>
                  <a:pt x="862302" y="830626"/>
                </a:lnTo>
                <a:lnTo>
                  <a:pt x="891030" y="796211"/>
                </a:lnTo>
                <a:lnTo>
                  <a:pt x="916603" y="759263"/>
                </a:lnTo>
                <a:lnTo>
                  <a:pt x="938812" y="719992"/>
                </a:lnTo>
                <a:lnTo>
                  <a:pt x="957450" y="678606"/>
                </a:lnTo>
                <a:lnTo>
                  <a:pt x="972307" y="635311"/>
                </a:lnTo>
                <a:lnTo>
                  <a:pt x="983178" y="590317"/>
                </a:lnTo>
                <a:lnTo>
                  <a:pt x="989852" y="543831"/>
                </a:lnTo>
                <a:lnTo>
                  <a:pt x="992124" y="496061"/>
                </a:lnTo>
                <a:lnTo>
                  <a:pt x="989852" y="448292"/>
                </a:lnTo>
                <a:lnTo>
                  <a:pt x="983178" y="401806"/>
                </a:lnTo>
                <a:lnTo>
                  <a:pt x="972307" y="356812"/>
                </a:lnTo>
                <a:lnTo>
                  <a:pt x="957450" y="313517"/>
                </a:lnTo>
                <a:lnTo>
                  <a:pt x="938812" y="272131"/>
                </a:lnTo>
                <a:lnTo>
                  <a:pt x="916603" y="232860"/>
                </a:lnTo>
                <a:lnTo>
                  <a:pt x="891030" y="195912"/>
                </a:lnTo>
                <a:lnTo>
                  <a:pt x="862302" y="161497"/>
                </a:lnTo>
                <a:lnTo>
                  <a:pt x="830626" y="129821"/>
                </a:lnTo>
                <a:lnTo>
                  <a:pt x="796211" y="101093"/>
                </a:lnTo>
                <a:lnTo>
                  <a:pt x="759263" y="75520"/>
                </a:lnTo>
                <a:lnTo>
                  <a:pt x="719992" y="53311"/>
                </a:lnTo>
                <a:lnTo>
                  <a:pt x="678606" y="34673"/>
                </a:lnTo>
                <a:lnTo>
                  <a:pt x="635311" y="19816"/>
                </a:lnTo>
                <a:lnTo>
                  <a:pt x="590317" y="8945"/>
                </a:lnTo>
                <a:lnTo>
                  <a:pt x="543831" y="2271"/>
                </a:lnTo>
                <a:lnTo>
                  <a:pt x="496061" y="0"/>
                </a:lnTo>
                <a:close/>
              </a:path>
            </a:pathLst>
          </a:custGeom>
          <a:solidFill>
            <a:srgbClr val="FC611F"/>
          </a:solidFill>
        </p:spPr>
        <p:txBody>
          <a:bodyPr wrap="square" lIns="0" tIns="0" rIns="0" bIns="0" rtlCol="0"/>
          <a:lstStyle/>
          <a:p>
            <a:endParaRPr/>
          </a:p>
        </p:txBody>
      </p:sp>
      <p:sp>
        <p:nvSpPr>
          <p:cNvPr id="3" name="object 3"/>
          <p:cNvSpPr/>
          <p:nvPr/>
        </p:nvSpPr>
        <p:spPr>
          <a:xfrm>
            <a:off x="978408" y="3316223"/>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3"/>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3"/>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4" name="object 4"/>
          <p:cNvSpPr/>
          <p:nvPr/>
        </p:nvSpPr>
        <p:spPr>
          <a:xfrm>
            <a:off x="978408" y="1982723"/>
            <a:ext cx="508000" cy="544195"/>
          </a:xfrm>
          <a:custGeom>
            <a:avLst/>
            <a:gdLst/>
            <a:ahLst/>
            <a:cxnLst/>
            <a:rect l="l" t="t" r="r" b="b"/>
            <a:pathLst>
              <a:path w="508000" h="544194">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3"/>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8"/>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3"/>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5" name="object 5"/>
          <p:cNvSpPr/>
          <p:nvPr/>
        </p:nvSpPr>
        <p:spPr>
          <a:xfrm>
            <a:off x="978408" y="3983735"/>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4"/>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4"/>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6" name="object 6"/>
          <p:cNvSpPr/>
          <p:nvPr/>
        </p:nvSpPr>
        <p:spPr>
          <a:xfrm>
            <a:off x="978408" y="2648711"/>
            <a:ext cx="508000" cy="542925"/>
          </a:xfrm>
          <a:custGeom>
            <a:avLst/>
            <a:gdLst/>
            <a:ahLst/>
            <a:cxnLst/>
            <a:rect l="l" t="t" r="r" b="b"/>
            <a:pathLst>
              <a:path w="508000" h="542925">
                <a:moveTo>
                  <a:pt x="253745" y="0"/>
                </a:moveTo>
                <a:lnTo>
                  <a:pt x="208133" y="4369"/>
                </a:lnTo>
                <a:lnTo>
                  <a:pt x="165204" y="16966"/>
                </a:lnTo>
                <a:lnTo>
                  <a:pt x="125673" y="37027"/>
                </a:lnTo>
                <a:lnTo>
                  <a:pt x="90258" y="63786"/>
                </a:lnTo>
                <a:lnTo>
                  <a:pt x="59676" y="96478"/>
                </a:lnTo>
                <a:lnTo>
                  <a:pt x="34642" y="134337"/>
                </a:lnTo>
                <a:lnTo>
                  <a:pt x="15874" y="176600"/>
                </a:lnTo>
                <a:lnTo>
                  <a:pt x="4088" y="222499"/>
                </a:lnTo>
                <a:lnTo>
                  <a:pt x="0" y="271272"/>
                </a:lnTo>
                <a:lnTo>
                  <a:pt x="4088" y="320044"/>
                </a:lnTo>
                <a:lnTo>
                  <a:pt x="15874" y="365943"/>
                </a:lnTo>
                <a:lnTo>
                  <a:pt x="34642" y="408206"/>
                </a:lnTo>
                <a:lnTo>
                  <a:pt x="59676" y="446065"/>
                </a:lnTo>
                <a:lnTo>
                  <a:pt x="90258" y="478757"/>
                </a:lnTo>
                <a:lnTo>
                  <a:pt x="125673" y="505516"/>
                </a:lnTo>
                <a:lnTo>
                  <a:pt x="165204" y="525577"/>
                </a:lnTo>
                <a:lnTo>
                  <a:pt x="208133" y="538174"/>
                </a:lnTo>
                <a:lnTo>
                  <a:pt x="253745" y="542544"/>
                </a:lnTo>
                <a:lnTo>
                  <a:pt x="299341" y="538174"/>
                </a:lnTo>
                <a:lnTo>
                  <a:pt x="342262" y="525577"/>
                </a:lnTo>
                <a:lnTo>
                  <a:pt x="381790" y="505516"/>
                </a:lnTo>
                <a:lnTo>
                  <a:pt x="417207" y="478757"/>
                </a:lnTo>
                <a:lnTo>
                  <a:pt x="447794" y="446065"/>
                </a:lnTo>
                <a:lnTo>
                  <a:pt x="472835" y="408206"/>
                </a:lnTo>
                <a:lnTo>
                  <a:pt x="491610" y="365943"/>
                </a:lnTo>
                <a:lnTo>
                  <a:pt x="503401" y="320044"/>
                </a:lnTo>
                <a:lnTo>
                  <a:pt x="507491" y="271272"/>
                </a:lnTo>
                <a:lnTo>
                  <a:pt x="503401" y="222499"/>
                </a:lnTo>
                <a:lnTo>
                  <a:pt x="491610" y="176600"/>
                </a:lnTo>
                <a:lnTo>
                  <a:pt x="472835" y="134337"/>
                </a:lnTo>
                <a:lnTo>
                  <a:pt x="447794" y="96478"/>
                </a:lnTo>
                <a:lnTo>
                  <a:pt x="417207" y="63786"/>
                </a:lnTo>
                <a:lnTo>
                  <a:pt x="381790" y="37027"/>
                </a:lnTo>
                <a:lnTo>
                  <a:pt x="342262" y="16966"/>
                </a:lnTo>
                <a:lnTo>
                  <a:pt x="299341" y="4369"/>
                </a:lnTo>
                <a:lnTo>
                  <a:pt x="253745" y="0"/>
                </a:lnTo>
                <a:close/>
              </a:path>
            </a:pathLst>
          </a:custGeom>
          <a:ln w="9144">
            <a:solidFill>
              <a:srgbClr val="FC611F"/>
            </a:solidFill>
          </a:ln>
        </p:spPr>
        <p:txBody>
          <a:bodyPr wrap="square" lIns="0" tIns="0" rIns="0" bIns="0" rtlCol="0"/>
          <a:lstStyle/>
          <a:p>
            <a:endParaRPr/>
          </a:p>
        </p:txBody>
      </p:sp>
      <p:sp>
        <p:nvSpPr>
          <p:cNvPr id="7" name="object 7"/>
          <p:cNvSpPr/>
          <p:nvPr/>
        </p:nvSpPr>
        <p:spPr>
          <a:xfrm>
            <a:off x="978408" y="5318759"/>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4"/>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4"/>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8" name="object 8"/>
          <p:cNvSpPr/>
          <p:nvPr/>
        </p:nvSpPr>
        <p:spPr>
          <a:xfrm>
            <a:off x="978408" y="4651247"/>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4"/>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4"/>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9" name="object 9"/>
          <p:cNvSpPr/>
          <p:nvPr/>
        </p:nvSpPr>
        <p:spPr>
          <a:xfrm>
            <a:off x="978408" y="5986271"/>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3"/>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3"/>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10" name="object 10"/>
          <p:cNvSpPr/>
          <p:nvPr/>
        </p:nvSpPr>
        <p:spPr>
          <a:xfrm>
            <a:off x="978408" y="7760207"/>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4"/>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8"/>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4"/>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pic>
        <p:nvPicPr>
          <p:cNvPr id="11" name="object 11"/>
          <p:cNvPicPr/>
          <p:nvPr/>
        </p:nvPicPr>
        <p:blipFill>
          <a:blip r:embed="rId2" cstate="print"/>
          <a:stretch>
            <a:fillRect/>
          </a:stretch>
        </p:blipFill>
        <p:spPr>
          <a:xfrm>
            <a:off x="16312895" y="1028700"/>
            <a:ext cx="946403" cy="236220"/>
          </a:xfrm>
          <a:prstGeom prst="rect">
            <a:avLst/>
          </a:prstGeom>
        </p:spPr>
      </p:pic>
      <p:sp>
        <p:nvSpPr>
          <p:cNvPr id="13" name="object 13"/>
          <p:cNvSpPr txBox="1">
            <a:spLocks noGrp="1"/>
          </p:cNvSpPr>
          <p:nvPr>
            <p:ph type="title"/>
          </p:nvPr>
        </p:nvSpPr>
        <p:spPr>
          <a:prstGeom prst="rect">
            <a:avLst/>
          </a:prstGeom>
        </p:spPr>
        <p:txBody>
          <a:bodyPr vert="horz" wrap="square" lIns="0" tIns="115951" rIns="0" bIns="0" rtlCol="0">
            <a:spAutoFit/>
          </a:bodyPr>
          <a:lstStyle/>
          <a:p>
            <a:pPr marL="585470">
              <a:lnSpc>
                <a:spcPct val="100000"/>
              </a:lnSpc>
              <a:spcBef>
                <a:spcPts val="100"/>
              </a:spcBef>
            </a:pPr>
            <a:r>
              <a:rPr spc="-40" dirty="0"/>
              <a:t>IMPLEMENTATION</a:t>
            </a:r>
            <a:r>
              <a:rPr spc="-200" dirty="0"/>
              <a:t> </a:t>
            </a:r>
            <a:r>
              <a:rPr spc="-10" dirty="0"/>
              <a:t>SCREENSHOTS</a:t>
            </a:r>
          </a:p>
        </p:txBody>
      </p:sp>
      <p:sp>
        <p:nvSpPr>
          <p:cNvPr id="15" name="object 15"/>
          <p:cNvSpPr txBox="1"/>
          <p:nvPr/>
        </p:nvSpPr>
        <p:spPr>
          <a:xfrm>
            <a:off x="867562" y="2092833"/>
            <a:ext cx="16987520" cy="6612066"/>
          </a:xfrm>
          <a:prstGeom prst="rect">
            <a:avLst/>
          </a:prstGeom>
        </p:spPr>
        <p:txBody>
          <a:bodyPr vert="horz" wrap="square" lIns="0" tIns="12700" rIns="0" bIns="0" rtlCol="0">
            <a:spAutoFit/>
          </a:bodyPr>
          <a:lstStyle/>
          <a:p>
            <a:pPr marL="324485">
              <a:lnSpc>
                <a:spcPct val="100000"/>
              </a:lnSpc>
              <a:spcBef>
                <a:spcPts val="100"/>
              </a:spcBef>
            </a:pPr>
            <a:r>
              <a:rPr sz="1700" spc="-375" dirty="0">
                <a:solidFill>
                  <a:srgbClr val="181818"/>
                </a:solidFill>
                <a:latin typeface="Tahoma"/>
                <a:cs typeface="Tahoma"/>
              </a:rPr>
              <a:t>1</a:t>
            </a:r>
            <a:endParaRPr sz="1700" dirty="0">
              <a:latin typeface="Tahoma"/>
              <a:cs typeface="Tahoma"/>
            </a:endParaRPr>
          </a:p>
          <a:p>
            <a:pPr>
              <a:lnSpc>
                <a:spcPct val="100000"/>
              </a:lnSpc>
              <a:spcBef>
                <a:spcPts val="1150"/>
              </a:spcBef>
            </a:pPr>
            <a:endParaRPr sz="1700" dirty="0">
              <a:latin typeface="Tahoma"/>
              <a:cs typeface="Tahoma"/>
            </a:endParaRPr>
          </a:p>
          <a:p>
            <a:pPr marL="298450">
              <a:lnSpc>
                <a:spcPct val="100000"/>
              </a:lnSpc>
              <a:spcBef>
                <a:spcPts val="5"/>
              </a:spcBef>
            </a:pPr>
            <a:r>
              <a:rPr sz="1700" spc="40" dirty="0">
                <a:solidFill>
                  <a:srgbClr val="181818"/>
                </a:solidFill>
                <a:latin typeface="Tahoma"/>
                <a:cs typeface="Tahoma"/>
              </a:rPr>
              <a:t>2</a:t>
            </a:r>
            <a:endParaRPr sz="1700" dirty="0">
              <a:latin typeface="Tahoma"/>
              <a:cs typeface="Tahoma"/>
            </a:endParaRPr>
          </a:p>
          <a:p>
            <a:pPr>
              <a:lnSpc>
                <a:spcPct val="100000"/>
              </a:lnSpc>
              <a:spcBef>
                <a:spcPts val="1165"/>
              </a:spcBef>
            </a:pPr>
            <a:endParaRPr sz="1700" dirty="0">
              <a:latin typeface="Tahoma"/>
              <a:cs typeface="Tahoma"/>
            </a:endParaRPr>
          </a:p>
          <a:p>
            <a:pPr marL="296545">
              <a:lnSpc>
                <a:spcPct val="100000"/>
              </a:lnSpc>
            </a:pPr>
            <a:r>
              <a:rPr sz="1700" spc="60" dirty="0">
                <a:solidFill>
                  <a:srgbClr val="181818"/>
                </a:solidFill>
                <a:latin typeface="Tahoma"/>
                <a:cs typeface="Tahoma"/>
              </a:rPr>
              <a:t>3</a:t>
            </a:r>
            <a:endParaRPr sz="1700" dirty="0">
              <a:latin typeface="Tahoma"/>
              <a:cs typeface="Tahoma"/>
            </a:endParaRPr>
          </a:p>
          <a:p>
            <a:pPr>
              <a:lnSpc>
                <a:spcPct val="100000"/>
              </a:lnSpc>
              <a:spcBef>
                <a:spcPts val="1165"/>
              </a:spcBef>
            </a:pPr>
            <a:endParaRPr sz="1700" dirty="0">
              <a:latin typeface="Tahoma"/>
              <a:cs typeface="Tahoma"/>
            </a:endParaRPr>
          </a:p>
          <a:p>
            <a:pPr marL="290830">
              <a:lnSpc>
                <a:spcPct val="100000"/>
              </a:lnSpc>
            </a:pPr>
            <a:r>
              <a:rPr sz="1700" spc="160" dirty="0">
                <a:solidFill>
                  <a:srgbClr val="181818"/>
                </a:solidFill>
                <a:latin typeface="Tahoma"/>
                <a:cs typeface="Tahoma"/>
              </a:rPr>
              <a:t>4</a:t>
            </a:r>
            <a:endParaRPr sz="1700" dirty="0">
              <a:latin typeface="Tahoma"/>
              <a:cs typeface="Tahoma"/>
            </a:endParaRPr>
          </a:p>
          <a:p>
            <a:pPr>
              <a:lnSpc>
                <a:spcPct val="100000"/>
              </a:lnSpc>
              <a:spcBef>
                <a:spcPts val="1165"/>
              </a:spcBef>
            </a:pPr>
            <a:endParaRPr sz="1700" dirty="0">
              <a:latin typeface="Tahoma"/>
              <a:cs typeface="Tahoma"/>
            </a:endParaRPr>
          </a:p>
          <a:p>
            <a:pPr marL="296545">
              <a:lnSpc>
                <a:spcPct val="100000"/>
              </a:lnSpc>
            </a:pPr>
            <a:r>
              <a:rPr sz="1700" spc="60" dirty="0">
                <a:solidFill>
                  <a:srgbClr val="181818"/>
                </a:solidFill>
                <a:latin typeface="Tahoma"/>
                <a:cs typeface="Tahoma"/>
              </a:rPr>
              <a:t>5</a:t>
            </a:r>
            <a:endParaRPr lang="en-IN" sz="1700" dirty="0">
              <a:latin typeface="Tahoma"/>
              <a:cs typeface="Tahoma"/>
            </a:endParaRPr>
          </a:p>
          <a:p>
            <a:pPr>
              <a:lnSpc>
                <a:spcPct val="100000"/>
              </a:lnSpc>
              <a:spcBef>
                <a:spcPts val="1165"/>
              </a:spcBef>
            </a:pPr>
            <a:endParaRPr lang="en-IN" sz="1700" dirty="0">
              <a:latin typeface="Tahoma"/>
              <a:cs typeface="Tahoma"/>
            </a:endParaRPr>
          </a:p>
          <a:p>
            <a:pPr marL="294005">
              <a:lnSpc>
                <a:spcPct val="100000"/>
              </a:lnSpc>
            </a:pPr>
            <a:r>
              <a:rPr lang="en-IN" sz="1700" spc="125" dirty="0">
                <a:solidFill>
                  <a:srgbClr val="181818"/>
                </a:solidFill>
                <a:latin typeface="Tahoma"/>
                <a:cs typeface="Tahoma"/>
              </a:rPr>
              <a:t>6</a:t>
            </a:r>
            <a:endParaRPr lang="en-IN" sz="1700" dirty="0">
              <a:latin typeface="Tahoma"/>
              <a:cs typeface="Tahoma"/>
            </a:endParaRPr>
          </a:p>
          <a:p>
            <a:pPr>
              <a:lnSpc>
                <a:spcPct val="100000"/>
              </a:lnSpc>
              <a:spcBef>
                <a:spcPts val="1165"/>
              </a:spcBef>
            </a:pPr>
            <a:endParaRPr lang="en-IN" sz="1700" dirty="0">
              <a:latin typeface="Tahoma"/>
              <a:cs typeface="Tahoma"/>
            </a:endParaRPr>
          </a:p>
          <a:p>
            <a:pPr marL="298450">
              <a:lnSpc>
                <a:spcPct val="100000"/>
              </a:lnSpc>
            </a:pPr>
            <a:r>
              <a:rPr sz="1700" spc="30" dirty="0">
                <a:solidFill>
                  <a:srgbClr val="181818"/>
                </a:solidFill>
                <a:latin typeface="Tahoma"/>
                <a:cs typeface="Tahoma"/>
              </a:rPr>
              <a:t>7</a:t>
            </a:r>
            <a:endParaRPr sz="1700" dirty="0">
              <a:latin typeface="Tahoma"/>
              <a:cs typeface="Tahoma"/>
            </a:endParaRPr>
          </a:p>
          <a:p>
            <a:pPr>
              <a:lnSpc>
                <a:spcPct val="100000"/>
              </a:lnSpc>
            </a:pPr>
            <a:endParaRPr sz="1700" dirty="0">
              <a:latin typeface="Tahoma"/>
              <a:cs typeface="Tahoma"/>
            </a:endParaRPr>
          </a:p>
          <a:p>
            <a:pPr>
              <a:lnSpc>
                <a:spcPct val="100000"/>
              </a:lnSpc>
              <a:spcBef>
                <a:spcPts val="335"/>
              </a:spcBef>
            </a:pPr>
            <a:endParaRPr sz="1700" dirty="0">
              <a:latin typeface="Tahoma"/>
              <a:cs typeface="Tahoma"/>
            </a:endParaRPr>
          </a:p>
          <a:p>
            <a:pPr marL="12700">
              <a:lnSpc>
                <a:spcPct val="100000"/>
              </a:lnSpc>
            </a:pPr>
            <a:r>
              <a:rPr lang="en-GB" sz="2400" b="1" spc="-20" dirty="0">
                <a:solidFill>
                  <a:srgbClr val="001F5F"/>
                </a:solidFill>
                <a:latin typeface="Tahoma"/>
                <a:cs typeface="Tahoma"/>
              </a:rPr>
              <a:t>  </a:t>
            </a:r>
            <a:r>
              <a:rPr lang="en-GB" sz="2400" b="1" spc="-20" dirty="0">
                <a:solidFill>
                  <a:schemeClr val="bg1"/>
                </a:solidFill>
                <a:latin typeface="Tahoma"/>
                <a:cs typeface="Tahoma"/>
              </a:rPr>
              <a:t>8e</a:t>
            </a:r>
            <a:endParaRPr sz="2400" dirty="0">
              <a:solidFill>
                <a:schemeClr val="bg1"/>
              </a:solidFill>
              <a:latin typeface="Tahoma"/>
              <a:cs typeface="Tahoma"/>
            </a:endParaRPr>
          </a:p>
          <a:p>
            <a:pPr>
              <a:lnSpc>
                <a:spcPct val="100000"/>
              </a:lnSpc>
              <a:spcBef>
                <a:spcPts val="1720"/>
              </a:spcBef>
            </a:pPr>
            <a:endParaRPr lang="en-IN" sz="2400" dirty="0">
              <a:latin typeface="Tahoma"/>
              <a:cs typeface="Tahoma"/>
            </a:endParaRPr>
          </a:p>
          <a:p>
            <a:pPr marL="294005">
              <a:lnSpc>
                <a:spcPct val="100000"/>
              </a:lnSpc>
            </a:pPr>
            <a:r>
              <a:rPr lang="en-IN" sz="1700" spc="125" dirty="0">
                <a:solidFill>
                  <a:srgbClr val="181818"/>
                </a:solidFill>
                <a:latin typeface="Tahoma"/>
                <a:cs typeface="Tahoma"/>
              </a:rPr>
              <a:t>9</a:t>
            </a:r>
            <a:endParaRPr lang="en-IN" sz="1700" dirty="0">
              <a:latin typeface="Tahoma"/>
              <a:cs typeface="Tahoma"/>
            </a:endParaRPr>
          </a:p>
          <a:p>
            <a:pPr marL="976630">
              <a:lnSpc>
                <a:spcPct val="100000"/>
              </a:lnSpc>
              <a:spcBef>
                <a:spcPts val="530"/>
              </a:spcBef>
            </a:pPr>
            <a:r>
              <a:rPr lang="en-US" sz="2800" dirty="0"/>
              <a:t>.</a:t>
            </a:r>
            <a:endParaRPr lang="en-IN" sz="2800" dirty="0">
              <a:latin typeface="Times New Roman" panose="02020603050405020304" pitchFamily="18" charset="0"/>
              <a:cs typeface="Times New Roman" panose="02020603050405020304" pitchFamily="18" charset="0"/>
            </a:endParaRPr>
          </a:p>
        </p:txBody>
      </p:sp>
      <p:grpSp>
        <p:nvGrpSpPr>
          <p:cNvPr id="18" name="Group 35"/>
          <p:cNvGrpSpPr/>
          <p:nvPr/>
        </p:nvGrpSpPr>
        <p:grpSpPr>
          <a:xfrm>
            <a:off x="17170670" y="-178579"/>
            <a:ext cx="10994424" cy="10994424"/>
            <a:chOff x="0" y="0"/>
            <a:chExt cx="812800" cy="812800"/>
          </a:xfrm>
        </p:grpSpPr>
        <p:sp>
          <p:nvSpPr>
            <p:cNvPr id="20"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2"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4" name="Rectangle 23"/>
          <p:cNvSpPr/>
          <p:nvPr/>
        </p:nvSpPr>
        <p:spPr>
          <a:xfrm>
            <a:off x="3048000" y="8039100"/>
            <a:ext cx="12420600" cy="1200329"/>
          </a:xfrm>
          <a:prstGeom prst="rect">
            <a:avLst/>
          </a:prstGeom>
        </p:spPr>
        <p:txBody>
          <a:bodyPr wrap="square">
            <a:spAutoFit/>
          </a:bodyPr>
          <a:lstStyle/>
          <a:p>
            <a:pPr algn="just"/>
            <a:r>
              <a:rPr lang="en-GB" sz="2400" dirty="0">
                <a:latin typeface="Times New Roman" pitchFamily="18" charset="0"/>
                <a:cs typeface="Times New Roman" pitchFamily="18" charset="0"/>
              </a:rPr>
              <a:t>It shows the Payment Interface. It enables users to complete ticket booking using methods like UPI,  or net banking. It provides a QR code and UPI ID option for payment. This ensures a secure and flexible payment process</a:t>
            </a:r>
            <a:r>
              <a:rPr lang="en-GB" sz="2400" dirty="0"/>
              <a:t>.</a:t>
            </a:r>
            <a:endParaRPr lang="en-US" sz="2400" dirty="0"/>
          </a:p>
        </p:txBody>
      </p:sp>
      <p:pic>
        <p:nvPicPr>
          <p:cNvPr id="14" name="Picture 13">
            <a:extLst>
              <a:ext uri="{FF2B5EF4-FFF2-40B4-BE49-F238E27FC236}">
                <a16:creationId xmlns:a16="http://schemas.microsoft.com/office/drawing/2014/main" id="{013E1A33-22A8-5132-203E-5E1ACEE081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4254" y="2092070"/>
            <a:ext cx="12479492" cy="566813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36091" y="6653783"/>
            <a:ext cx="992505" cy="992505"/>
          </a:xfrm>
          <a:custGeom>
            <a:avLst/>
            <a:gdLst/>
            <a:ahLst/>
            <a:cxnLst/>
            <a:rect l="l" t="t" r="r" b="b"/>
            <a:pathLst>
              <a:path w="992505" h="992504">
                <a:moveTo>
                  <a:pt x="496061" y="0"/>
                </a:moveTo>
                <a:lnTo>
                  <a:pt x="448288" y="2271"/>
                </a:lnTo>
                <a:lnTo>
                  <a:pt x="401799" y="8945"/>
                </a:lnTo>
                <a:lnTo>
                  <a:pt x="356803" y="19816"/>
                </a:lnTo>
                <a:lnTo>
                  <a:pt x="313507" y="34673"/>
                </a:lnTo>
                <a:lnTo>
                  <a:pt x="272120" y="53311"/>
                </a:lnTo>
                <a:lnTo>
                  <a:pt x="232848" y="75520"/>
                </a:lnTo>
                <a:lnTo>
                  <a:pt x="195902" y="101093"/>
                </a:lnTo>
                <a:lnTo>
                  <a:pt x="161487" y="129821"/>
                </a:lnTo>
                <a:lnTo>
                  <a:pt x="129812" y="161497"/>
                </a:lnTo>
                <a:lnTo>
                  <a:pt x="101085" y="195912"/>
                </a:lnTo>
                <a:lnTo>
                  <a:pt x="75514" y="232860"/>
                </a:lnTo>
                <a:lnTo>
                  <a:pt x="53306" y="272131"/>
                </a:lnTo>
                <a:lnTo>
                  <a:pt x="34670" y="313517"/>
                </a:lnTo>
                <a:lnTo>
                  <a:pt x="19814" y="356812"/>
                </a:lnTo>
                <a:lnTo>
                  <a:pt x="8944" y="401806"/>
                </a:lnTo>
                <a:lnTo>
                  <a:pt x="2270" y="448292"/>
                </a:lnTo>
                <a:lnTo>
                  <a:pt x="0" y="496061"/>
                </a:lnTo>
                <a:lnTo>
                  <a:pt x="2270" y="543831"/>
                </a:lnTo>
                <a:lnTo>
                  <a:pt x="8944" y="590317"/>
                </a:lnTo>
                <a:lnTo>
                  <a:pt x="19814" y="635311"/>
                </a:lnTo>
                <a:lnTo>
                  <a:pt x="34670" y="678606"/>
                </a:lnTo>
                <a:lnTo>
                  <a:pt x="53306" y="719992"/>
                </a:lnTo>
                <a:lnTo>
                  <a:pt x="75514" y="759263"/>
                </a:lnTo>
                <a:lnTo>
                  <a:pt x="101085" y="796211"/>
                </a:lnTo>
                <a:lnTo>
                  <a:pt x="129812" y="830626"/>
                </a:lnTo>
                <a:lnTo>
                  <a:pt x="161487" y="862302"/>
                </a:lnTo>
                <a:lnTo>
                  <a:pt x="195902" y="891030"/>
                </a:lnTo>
                <a:lnTo>
                  <a:pt x="232848" y="916603"/>
                </a:lnTo>
                <a:lnTo>
                  <a:pt x="272120" y="938812"/>
                </a:lnTo>
                <a:lnTo>
                  <a:pt x="313507" y="957450"/>
                </a:lnTo>
                <a:lnTo>
                  <a:pt x="356803" y="972307"/>
                </a:lnTo>
                <a:lnTo>
                  <a:pt x="401799" y="983178"/>
                </a:lnTo>
                <a:lnTo>
                  <a:pt x="448288" y="989852"/>
                </a:lnTo>
                <a:lnTo>
                  <a:pt x="496061" y="992123"/>
                </a:lnTo>
                <a:lnTo>
                  <a:pt x="543831" y="989852"/>
                </a:lnTo>
                <a:lnTo>
                  <a:pt x="590317" y="983178"/>
                </a:lnTo>
                <a:lnTo>
                  <a:pt x="635311" y="972307"/>
                </a:lnTo>
                <a:lnTo>
                  <a:pt x="678606" y="957450"/>
                </a:lnTo>
                <a:lnTo>
                  <a:pt x="719992" y="938812"/>
                </a:lnTo>
                <a:lnTo>
                  <a:pt x="759263" y="916603"/>
                </a:lnTo>
                <a:lnTo>
                  <a:pt x="796211" y="891030"/>
                </a:lnTo>
                <a:lnTo>
                  <a:pt x="830626" y="862302"/>
                </a:lnTo>
                <a:lnTo>
                  <a:pt x="862302" y="830626"/>
                </a:lnTo>
                <a:lnTo>
                  <a:pt x="891030" y="796211"/>
                </a:lnTo>
                <a:lnTo>
                  <a:pt x="916603" y="759263"/>
                </a:lnTo>
                <a:lnTo>
                  <a:pt x="938812" y="719992"/>
                </a:lnTo>
                <a:lnTo>
                  <a:pt x="957450" y="678606"/>
                </a:lnTo>
                <a:lnTo>
                  <a:pt x="972307" y="635311"/>
                </a:lnTo>
                <a:lnTo>
                  <a:pt x="983178" y="590317"/>
                </a:lnTo>
                <a:lnTo>
                  <a:pt x="989852" y="543831"/>
                </a:lnTo>
                <a:lnTo>
                  <a:pt x="992124" y="496061"/>
                </a:lnTo>
                <a:lnTo>
                  <a:pt x="989852" y="448292"/>
                </a:lnTo>
                <a:lnTo>
                  <a:pt x="983178" y="401806"/>
                </a:lnTo>
                <a:lnTo>
                  <a:pt x="972307" y="356812"/>
                </a:lnTo>
                <a:lnTo>
                  <a:pt x="957450" y="313517"/>
                </a:lnTo>
                <a:lnTo>
                  <a:pt x="938812" y="272131"/>
                </a:lnTo>
                <a:lnTo>
                  <a:pt x="916603" y="232860"/>
                </a:lnTo>
                <a:lnTo>
                  <a:pt x="891030" y="195912"/>
                </a:lnTo>
                <a:lnTo>
                  <a:pt x="862302" y="161497"/>
                </a:lnTo>
                <a:lnTo>
                  <a:pt x="830626" y="129821"/>
                </a:lnTo>
                <a:lnTo>
                  <a:pt x="796211" y="101093"/>
                </a:lnTo>
                <a:lnTo>
                  <a:pt x="759263" y="75520"/>
                </a:lnTo>
                <a:lnTo>
                  <a:pt x="719992" y="53311"/>
                </a:lnTo>
                <a:lnTo>
                  <a:pt x="678606" y="34673"/>
                </a:lnTo>
                <a:lnTo>
                  <a:pt x="635311" y="19816"/>
                </a:lnTo>
                <a:lnTo>
                  <a:pt x="590317" y="8945"/>
                </a:lnTo>
                <a:lnTo>
                  <a:pt x="543831" y="2271"/>
                </a:lnTo>
                <a:lnTo>
                  <a:pt x="496061" y="0"/>
                </a:lnTo>
                <a:close/>
              </a:path>
            </a:pathLst>
          </a:custGeom>
          <a:solidFill>
            <a:srgbClr val="FC611F"/>
          </a:solidFill>
        </p:spPr>
        <p:txBody>
          <a:bodyPr wrap="square" lIns="0" tIns="0" rIns="0" bIns="0" rtlCol="0"/>
          <a:lstStyle/>
          <a:p>
            <a:endParaRPr/>
          </a:p>
        </p:txBody>
      </p:sp>
      <p:sp>
        <p:nvSpPr>
          <p:cNvPr id="3" name="object 3"/>
          <p:cNvSpPr/>
          <p:nvPr/>
        </p:nvSpPr>
        <p:spPr>
          <a:xfrm>
            <a:off x="978408" y="3316223"/>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3"/>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3"/>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4" name="object 4"/>
          <p:cNvSpPr/>
          <p:nvPr/>
        </p:nvSpPr>
        <p:spPr>
          <a:xfrm>
            <a:off x="978408" y="1982723"/>
            <a:ext cx="508000" cy="544195"/>
          </a:xfrm>
          <a:custGeom>
            <a:avLst/>
            <a:gdLst/>
            <a:ahLst/>
            <a:cxnLst/>
            <a:rect l="l" t="t" r="r" b="b"/>
            <a:pathLst>
              <a:path w="508000" h="544194">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3"/>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8"/>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3"/>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5" name="object 5"/>
          <p:cNvSpPr/>
          <p:nvPr/>
        </p:nvSpPr>
        <p:spPr>
          <a:xfrm>
            <a:off x="978408" y="3983735"/>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4"/>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4"/>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6" name="object 6"/>
          <p:cNvSpPr/>
          <p:nvPr/>
        </p:nvSpPr>
        <p:spPr>
          <a:xfrm>
            <a:off x="978408" y="2648711"/>
            <a:ext cx="508000" cy="542925"/>
          </a:xfrm>
          <a:custGeom>
            <a:avLst/>
            <a:gdLst/>
            <a:ahLst/>
            <a:cxnLst/>
            <a:rect l="l" t="t" r="r" b="b"/>
            <a:pathLst>
              <a:path w="508000" h="542925">
                <a:moveTo>
                  <a:pt x="253745" y="0"/>
                </a:moveTo>
                <a:lnTo>
                  <a:pt x="208133" y="4369"/>
                </a:lnTo>
                <a:lnTo>
                  <a:pt x="165204" y="16966"/>
                </a:lnTo>
                <a:lnTo>
                  <a:pt x="125673" y="37027"/>
                </a:lnTo>
                <a:lnTo>
                  <a:pt x="90258" y="63786"/>
                </a:lnTo>
                <a:lnTo>
                  <a:pt x="59676" y="96478"/>
                </a:lnTo>
                <a:lnTo>
                  <a:pt x="34642" y="134337"/>
                </a:lnTo>
                <a:lnTo>
                  <a:pt x="15874" y="176600"/>
                </a:lnTo>
                <a:lnTo>
                  <a:pt x="4088" y="222499"/>
                </a:lnTo>
                <a:lnTo>
                  <a:pt x="0" y="271272"/>
                </a:lnTo>
                <a:lnTo>
                  <a:pt x="4088" y="320044"/>
                </a:lnTo>
                <a:lnTo>
                  <a:pt x="15874" y="365943"/>
                </a:lnTo>
                <a:lnTo>
                  <a:pt x="34642" y="408206"/>
                </a:lnTo>
                <a:lnTo>
                  <a:pt x="59676" y="446065"/>
                </a:lnTo>
                <a:lnTo>
                  <a:pt x="90258" y="478757"/>
                </a:lnTo>
                <a:lnTo>
                  <a:pt x="125673" y="505516"/>
                </a:lnTo>
                <a:lnTo>
                  <a:pt x="165204" y="525577"/>
                </a:lnTo>
                <a:lnTo>
                  <a:pt x="208133" y="538174"/>
                </a:lnTo>
                <a:lnTo>
                  <a:pt x="253745" y="542544"/>
                </a:lnTo>
                <a:lnTo>
                  <a:pt x="299341" y="538174"/>
                </a:lnTo>
                <a:lnTo>
                  <a:pt x="342262" y="525577"/>
                </a:lnTo>
                <a:lnTo>
                  <a:pt x="381790" y="505516"/>
                </a:lnTo>
                <a:lnTo>
                  <a:pt x="417207" y="478757"/>
                </a:lnTo>
                <a:lnTo>
                  <a:pt x="447794" y="446065"/>
                </a:lnTo>
                <a:lnTo>
                  <a:pt x="472835" y="408206"/>
                </a:lnTo>
                <a:lnTo>
                  <a:pt x="491610" y="365943"/>
                </a:lnTo>
                <a:lnTo>
                  <a:pt x="503401" y="320044"/>
                </a:lnTo>
                <a:lnTo>
                  <a:pt x="507491" y="271272"/>
                </a:lnTo>
                <a:lnTo>
                  <a:pt x="503401" y="222499"/>
                </a:lnTo>
                <a:lnTo>
                  <a:pt x="491610" y="176600"/>
                </a:lnTo>
                <a:lnTo>
                  <a:pt x="472835" y="134337"/>
                </a:lnTo>
                <a:lnTo>
                  <a:pt x="447794" y="96478"/>
                </a:lnTo>
                <a:lnTo>
                  <a:pt x="417207" y="63786"/>
                </a:lnTo>
                <a:lnTo>
                  <a:pt x="381790" y="37027"/>
                </a:lnTo>
                <a:lnTo>
                  <a:pt x="342262" y="16966"/>
                </a:lnTo>
                <a:lnTo>
                  <a:pt x="299341" y="4369"/>
                </a:lnTo>
                <a:lnTo>
                  <a:pt x="253745" y="0"/>
                </a:lnTo>
                <a:close/>
              </a:path>
            </a:pathLst>
          </a:custGeom>
          <a:ln w="9144">
            <a:solidFill>
              <a:srgbClr val="FC611F"/>
            </a:solidFill>
          </a:ln>
        </p:spPr>
        <p:txBody>
          <a:bodyPr wrap="square" lIns="0" tIns="0" rIns="0" bIns="0" rtlCol="0"/>
          <a:lstStyle/>
          <a:p>
            <a:endParaRPr/>
          </a:p>
        </p:txBody>
      </p:sp>
      <p:sp>
        <p:nvSpPr>
          <p:cNvPr id="7" name="object 7"/>
          <p:cNvSpPr/>
          <p:nvPr/>
        </p:nvSpPr>
        <p:spPr>
          <a:xfrm>
            <a:off x="978408" y="5318759"/>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4"/>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4"/>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8" name="object 8"/>
          <p:cNvSpPr/>
          <p:nvPr/>
        </p:nvSpPr>
        <p:spPr>
          <a:xfrm>
            <a:off x="978408" y="4651247"/>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4"/>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4"/>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9" name="object 9"/>
          <p:cNvSpPr/>
          <p:nvPr/>
        </p:nvSpPr>
        <p:spPr>
          <a:xfrm>
            <a:off x="978408" y="5986271"/>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3"/>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3"/>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10" name="object 10"/>
          <p:cNvSpPr/>
          <p:nvPr/>
        </p:nvSpPr>
        <p:spPr>
          <a:xfrm>
            <a:off x="978408" y="7760207"/>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4"/>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8"/>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4"/>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pic>
        <p:nvPicPr>
          <p:cNvPr id="11" name="object 11"/>
          <p:cNvPicPr/>
          <p:nvPr/>
        </p:nvPicPr>
        <p:blipFill>
          <a:blip r:embed="rId2" cstate="print"/>
          <a:stretch>
            <a:fillRect/>
          </a:stretch>
        </p:blipFill>
        <p:spPr>
          <a:xfrm>
            <a:off x="16312895" y="1028700"/>
            <a:ext cx="946403" cy="236220"/>
          </a:xfrm>
          <a:prstGeom prst="rect">
            <a:avLst/>
          </a:prstGeom>
        </p:spPr>
      </p:pic>
      <p:sp>
        <p:nvSpPr>
          <p:cNvPr id="13" name="object 13"/>
          <p:cNvSpPr txBox="1">
            <a:spLocks noGrp="1"/>
          </p:cNvSpPr>
          <p:nvPr>
            <p:ph type="title"/>
          </p:nvPr>
        </p:nvSpPr>
        <p:spPr>
          <a:prstGeom prst="rect">
            <a:avLst/>
          </a:prstGeom>
        </p:spPr>
        <p:txBody>
          <a:bodyPr vert="horz" wrap="square" lIns="0" tIns="115951" rIns="0" bIns="0" rtlCol="0">
            <a:spAutoFit/>
          </a:bodyPr>
          <a:lstStyle/>
          <a:p>
            <a:pPr marL="585470">
              <a:lnSpc>
                <a:spcPct val="100000"/>
              </a:lnSpc>
              <a:spcBef>
                <a:spcPts val="100"/>
              </a:spcBef>
            </a:pPr>
            <a:r>
              <a:rPr spc="-40" dirty="0"/>
              <a:t>IMPLEMENTATION</a:t>
            </a:r>
            <a:r>
              <a:rPr spc="-200" dirty="0"/>
              <a:t> </a:t>
            </a:r>
            <a:r>
              <a:rPr spc="-10" dirty="0"/>
              <a:t>SCREENSHOTS</a:t>
            </a:r>
          </a:p>
        </p:txBody>
      </p:sp>
      <p:sp>
        <p:nvSpPr>
          <p:cNvPr id="15" name="object 15"/>
          <p:cNvSpPr txBox="1"/>
          <p:nvPr/>
        </p:nvSpPr>
        <p:spPr>
          <a:xfrm>
            <a:off x="867562" y="2092833"/>
            <a:ext cx="16987520" cy="6612066"/>
          </a:xfrm>
          <a:prstGeom prst="rect">
            <a:avLst/>
          </a:prstGeom>
        </p:spPr>
        <p:txBody>
          <a:bodyPr vert="horz" wrap="square" lIns="0" tIns="12700" rIns="0" bIns="0" rtlCol="0">
            <a:spAutoFit/>
          </a:bodyPr>
          <a:lstStyle/>
          <a:p>
            <a:pPr marL="324485">
              <a:lnSpc>
                <a:spcPct val="100000"/>
              </a:lnSpc>
              <a:spcBef>
                <a:spcPts val="100"/>
              </a:spcBef>
            </a:pPr>
            <a:r>
              <a:rPr sz="1700" spc="-375" dirty="0">
                <a:solidFill>
                  <a:srgbClr val="181818"/>
                </a:solidFill>
                <a:latin typeface="Tahoma"/>
                <a:cs typeface="Tahoma"/>
              </a:rPr>
              <a:t>1</a:t>
            </a:r>
            <a:endParaRPr sz="1700" dirty="0">
              <a:latin typeface="Tahoma"/>
              <a:cs typeface="Tahoma"/>
            </a:endParaRPr>
          </a:p>
          <a:p>
            <a:pPr>
              <a:lnSpc>
                <a:spcPct val="100000"/>
              </a:lnSpc>
              <a:spcBef>
                <a:spcPts val="1150"/>
              </a:spcBef>
            </a:pPr>
            <a:endParaRPr sz="1700" dirty="0">
              <a:latin typeface="Tahoma"/>
              <a:cs typeface="Tahoma"/>
            </a:endParaRPr>
          </a:p>
          <a:p>
            <a:pPr marL="298450">
              <a:lnSpc>
                <a:spcPct val="100000"/>
              </a:lnSpc>
              <a:spcBef>
                <a:spcPts val="5"/>
              </a:spcBef>
            </a:pPr>
            <a:r>
              <a:rPr sz="1700" spc="40" dirty="0">
                <a:solidFill>
                  <a:srgbClr val="181818"/>
                </a:solidFill>
                <a:latin typeface="Tahoma"/>
                <a:cs typeface="Tahoma"/>
              </a:rPr>
              <a:t>2</a:t>
            </a:r>
            <a:endParaRPr sz="1700" dirty="0">
              <a:latin typeface="Tahoma"/>
              <a:cs typeface="Tahoma"/>
            </a:endParaRPr>
          </a:p>
          <a:p>
            <a:pPr>
              <a:lnSpc>
                <a:spcPct val="100000"/>
              </a:lnSpc>
              <a:spcBef>
                <a:spcPts val="1165"/>
              </a:spcBef>
            </a:pPr>
            <a:endParaRPr sz="1700" dirty="0">
              <a:latin typeface="Tahoma"/>
              <a:cs typeface="Tahoma"/>
            </a:endParaRPr>
          </a:p>
          <a:p>
            <a:pPr marL="296545">
              <a:lnSpc>
                <a:spcPct val="100000"/>
              </a:lnSpc>
            </a:pPr>
            <a:r>
              <a:rPr sz="1700" spc="60" dirty="0">
                <a:solidFill>
                  <a:srgbClr val="181818"/>
                </a:solidFill>
                <a:latin typeface="Tahoma"/>
                <a:cs typeface="Tahoma"/>
              </a:rPr>
              <a:t>3</a:t>
            </a:r>
            <a:endParaRPr sz="1700" dirty="0">
              <a:latin typeface="Tahoma"/>
              <a:cs typeface="Tahoma"/>
            </a:endParaRPr>
          </a:p>
          <a:p>
            <a:pPr>
              <a:lnSpc>
                <a:spcPct val="100000"/>
              </a:lnSpc>
              <a:spcBef>
                <a:spcPts val="1165"/>
              </a:spcBef>
            </a:pPr>
            <a:endParaRPr sz="1700" dirty="0">
              <a:latin typeface="Tahoma"/>
              <a:cs typeface="Tahoma"/>
            </a:endParaRPr>
          </a:p>
          <a:p>
            <a:pPr marL="290830">
              <a:lnSpc>
                <a:spcPct val="100000"/>
              </a:lnSpc>
            </a:pPr>
            <a:r>
              <a:rPr sz="1700" spc="160" dirty="0">
                <a:solidFill>
                  <a:srgbClr val="181818"/>
                </a:solidFill>
                <a:latin typeface="Tahoma"/>
                <a:cs typeface="Tahoma"/>
              </a:rPr>
              <a:t>4</a:t>
            </a:r>
            <a:endParaRPr sz="1700" dirty="0">
              <a:latin typeface="Tahoma"/>
              <a:cs typeface="Tahoma"/>
            </a:endParaRPr>
          </a:p>
          <a:p>
            <a:pPr>
              <a:lnSpc>
                <a:spcPct val="100000"/>
              </a:lnSpc>
              <a:spcBef>
                <a:spcPts val="1165"/>
              </a:spcBef>
            </a:pPr>
            <a:endParaRPr sz="1700" dirty="0">
              <a:latin typeface="Tahoma"/>
              <a:cs typeface="Tahoma"/>
            </a:endParaRPr>
          </a:p>
          <a:p>
            <a:pPr marL="296545">
              <a:lnSpc>
                <a:spcPct val="100000"/>
              </a:lnSpc>
            </a:pPr>
            <a:r>
              <a:rPr sz="1700" spc="60" dirty="0">
                <a:solidFill>
                  <a:srgbClr val="181818"/>
                </a:solidFill>
                <a:latin typeface="Tahoma"/>
                <a:cs typeface="Tahoma"/>
              </a:rPr>
              <a:t>5</a:t>
            </a:r>
            <a:endParaRPr lang="en-IN" sz="1700" dirty="0">
              <a:latin typeface="Tahoma"/>
              <a:cs typeface="Tahoma"/>
            </a:endParaRPr>
          </a:p>
          <a:p>
            <a:pPr>
              <a:lnSpc>
                <a:spcPct val="100000"/>
              </a:lnSpc>
              <a:spcBef>
                <a:spcPts val="1165"/>
              </a:spcBef>
            </a:pPr>
            <a:endParaRPr lang="en-IN" sz="1700" dirty="0">
              <a:latin typeface="Tahoma"/>
              <a:cs typeface="Tahoma"/>
            </a:endParaRPr>
          </a:p>
          <a:p>
            <a:pPr marL="294005">
              <a:lnSpc>
                <a:spcPct val="100000"/>
              </a:lnSpc>
            </a:pPr>
            <a:r>
              <a:rPr lang="en-IN" sz="1700" spc="125" dirty="0">
                <a:solidFill>
                  <a:srgbClr val="181818"/>
                </a:solidFill>
                <a:latin typeface="Tahoma"/>
                <a:cs typeface="Tahoma"/>
              </a:rPr>
              <a:t>6</a:t>
            </a:r>
            <a:endParaRPr lang="en-IN" sz="1700" dirty="0">
              <a:latin typeface="Tahoma"/>
              <a:cs typeface="Tahoma"/>
            </a:endParaRPr>
          </a:p>
          <a:p>
            <a:pPr>
              <a:lnSpc>
                <a:spcPct val="100000"/>
              </a:lnSpc>
              <a:spcBef>
                <a:spcPts val="1165"/>
              </a:spcBef>
            </a:pPr>
            <a:endParaRPr lang="en-IN" sz="1700" dirty="0">
              <a:latin typeface="Tahoma"/>
              <a:cs typeface="Tahoma"/>
            </a:endParaRPr>
          </a:p>
          <a:p>
            <a:pPr marL="298450">
              <a:lnSpc>
                <a:spcPct val="100000"/>
              </a:lnSpc>
            </a:pPr>
            <a:r>
              <a:rPr sz="1700" spc="30" dirty="0">
                <a:solidFill>
                  <a:srgbClr val="181818"/>
                </a:solidFill>
                <a:latin typeface="Tahoma"/>
                <a:cs typeface="Tahoma"/>
              </a:rPr>
              <a:t>7</a:t>
            </a:r>
            <a:endParaRPr sz="1700" dirty="0">
              <a:latin typeface="Tahoma"/>
              <a:cs typeface="Tahoma"/>
            </a:endParaRPr>
          </a:p>
          <a:p>
            <a:pPr>
              <a:lnSpc>
                <a:spcPct val="100000"/>
              </a:lnSpc>
            </a:pPr>
            <a:endParaRPr sz="1700" dirty="0">
              <a:latin typeface="Tahoma"/>
              <a:cs typeface="Tahoma"/>
            </a:endParaRPr>
          </a:p>
          <a:p>
            <a:pPr>
              <a:lnSpc>
                <a:spcPct val="100000"/>
              </a:lnSpc>
              <a:spcBef>
                <a:spcPts val="335"/>
              </a:spcBef>
            </a:pPr>
            <a:endParaRPr sz="1700" dirty="0">
              <a:latin typeface="Tahoma"/>
              <a:cs typeface="Tahoma"/>
            </a:endParaRPr>
          </a:p>
          <a:p>
            <a:pPr marL="12700">
              <a:lnSpc>
                <a:spcPct val="100000"/>
              </a:lnSpc>
            </a:pPr>
            <a:r>
              <a:rPr lang="en-GB" sz="2400" b="1" spc="-20" dirty="0">
                <a:solidFill>
                  <a:srgbClr val="001F5F"/>
                </a:solidFill>
                <a:latin typeface="Tahoma"/>
                <a:cs typeface="Tahoma"/>
              </a:rPr>
              <a:t>  </a:t>
            </a:r>
            <a:r>
              <a:rPr sz="2400" b="1" spc="-20" dirty="0">
                <a:solidFill>
                  <a:schemeClr val="bg1"/>
                </a:solidFill>
                <a:latin typeface="Tahoma"/>
                <a:cs typeface="Tahoma"/>
              </a:rPr>
              <a:t>8</a:t>
            </a:r>
            <a:r>
              <a:rPr lang="en-GB" sz="2400" b="1" spc="-20" dirty="0">
                <a:solidFill>
                  <a:schemeClr val="bg1"/>
                </a:solidFill>
                <a:latin typeface="Tahoma"/>
                <a:cs typeface="Tahoma"/>
              </a:rPr>
              <a:t>f</a:t>
            </a:r>
            <a:endParaRPr sz="2400" dirty="0">
              <a:solidFill>
                <a:schemeClr val="bg1"/>
              </a:solidFill>
              <a:latin typeface="Tahoma"/>
              <a:cs typeface="Tahoma"/>
            </a:endParaRPr>
          </a:p>
          <a:p>
            <a:pPr>
              <a:lnSpc>
                <a:spcPct val="100000"/>
              </a:lnSpc>
              <a:spcBef>
                <a:spcPts val="1720"/>
              </a:spcBef>
            </a:pPr>
            <a:endParaRPr lang="en-IN" sz="2400" dirty="0">
              <a:latin typeface="Tahoma"/>
              <a:cs typeface="Tahoma"/>
            </a:endParaRPr>
          </a:p>
          <a:p>
            <a:pPr marL="294005">
              <a:lnSpc>
                <a:spcPct val="100000"/>
              </a:lnSpc>
            </a:pPr>
            <a:r>
              <a:rPr lang="en-IN" sz="1700" spc="125" dirty="0">
                <a:solidFill>
                  <a:srgbClr val="181818"/>
                </a:solidFill>
                <a:latin typeface="Tahoma"/>
                <a:cs typeface="Tahoma"/>
              </a:rPr>
              <a:t>9</a:t>
            </a:r>
            <a:endParaRPr lang="en-IN" sz="1700" dirty="0">
              <a:latin typeface="Tahoma"/>
              <a:cs typeface="Tahoma"/>
            </a:endParaRPr>
          </a:p>
          <a:p>
            <a:pPr marL="976630">
              <a:lnSpc>
                <a:spcPct val="100000"/>
              </a:lnSpc>
              <a:spcBef>
                <a:spcPts val="530"/>
              </a:spcBef>
            </a:pPr>
            <a:r>
              <a:rPr lang="en-US" sz="2800" dirty="0"/>
              <a:t>.</a:t>
            </a:r>
            <a:endParaRPr lang="en-IN" sz="2800" dirty="0">
              <a:latin typeface="Times New Roman" panose="02020603050405020304" pitchFamily="18" charset="0"/>
              <a:cs typeface="Times New Roman" panose="02020603050405020304" pitchFamily="18" charset="0"/>
            </a:endParaRPr>
          </a:p>
        </p:txBody>
      </p:sp>
      <p:grpSp>
        <p:nvGrpSpPr>
          <p:cNvPr id="18" name="Group 35"/>
          <p:cNvGrpSpPr/>
          <p:nvPr/>
        </p:nvGrpSpPr>
        <p:grpSpPr>
          <a:xfrm>
            <a:off x="17170670" y="-178579"/>
            <a:ext cx="10994424" cy="10994424"/>
            <a:chOff x="0" y="0"/>
            <a:chExt cx="812800" cy="812800"/>
          </a:xfrm>
        </p:grpSpPr>
        <p:sp>
          <p:nvSpPr>
            <p:cNvPr id="19"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0"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1" name="Rectangle 20"/>
          <p:cNvSpPr/>
          <p:nvPr/>
        </p:nvSpPr>
        <p:spPr>
          <a:xfrm>
            <a:off x="3886200" y="8191500"/>
            <a:ext cx="11430000" cy="830997"/>
          </a:xfrm>
          <a:prstGeom prst="rect">
            <a:avLst/>
          </a:prstGeom>
        </p:spPr>
        <p:txBody>
          <a:bodyPr wrap="square">
            <a:spAutoFit/>
          </a:bodyPr>
          <a:lstStyle/>
          <a:p>
            <a:pPr algn="just"/>
            <a:r>
              <a:rPr lang="en-GB" sz="2400" dirty="0">
                <a:latin typeface="Times New Roman" pitchFamily="18" charset="0"/>
                <a:cs typeface="Times New Roman" pitchFamily="18" charset="0"/>
              </a:rPr>
              <a:t>This image </a:t>
            </a:r>
            <a:r>
              <a:rPr lang="en-US" sz="2400" dirty="0">
                <a:latin typeface="Times New Roman" panose="02020603050405020304" pitchFamily="18" charset="0"/>
                <a:cs typeface="Times New Roman" panose="02020603050405020304" pitchFamily="18" charset="0"/>
              </a:rPr>
              <a:t>shows the confirmation email that is sent after successful booking as proof of purchase. It includes booking details like ID, email, and event information</a:t>
            </a:r>
            <a:r>
              <a:rPr lang="en-GB" sz="2400" dirty="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pic>
        <p:nvPicPr>
          <p:cNvPr id="14" name="Picture 13">
            <a:extLst>
              <a:ext uri="{FF2B5EF4-FFF2-40B4-BE49-F238E27FC236}">
                <a16:creationId xmlns:a16="http://schemas.microsoft.com/office/drawing/2014/main" id="{9C0B22DA-8887-8D1B-A662-9EB7B2BB9F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96580" y="1784419"/>
            <a:ext cx="11383964" cy="557840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36091" y="7321295"/>
            <a:ext cx="992505" cy="992505"/>
          </a:xfrm>
          <a:custGeom>
            <a:avLst/>
            <a:gdLst/>
            <a:ahLst/>
            <a:cxnLst/>
            <a:rect l="l" t="t" r="r" b="b"/>
            <a:pathLst>
              <a:path w="992505" h="992504">
                <a:moveTo>
                  <a:pt x="496061" y="0"/>
                </a:moveTo>
                <a:lnTo>
                  <a:pt x="448288" y="2271"/>
                </a:lnTo>
                <a:lnTo>
                  <a:pt x="401799" y="8945"/>
                </a:lnTo>
                <a:lnTo>
                  <a:pt x="356803" y="19816"/>
                </a:lnTo>
                <a:lnTo>
                  <a:pt x="313507" y="34673"/>
                </a:lnTo>
                <a:lnTo>
                  <a:pt x="272120" y="53311"/>
                </a:lnTo>
                <a:lnTo>
                  <a:pt x="232848" y="75520"/>
                </a:lnTo>
                <a:lnTo>
                  <a:pt x="195902" y="101093"/>
                </a:lnTo>
                <a:lnTo>
                  <a:pt x="161487" y="129821"/>
                </a:lnTo>
                <a:lnTo>
                  <a:pt x="129812" y="161497"/>
                </a:lnTo>
                <a:lnTo>
                  <a:pt x="101085" y="195912"/>
                </a:lnTo>
                <a:lnTo>
                  <a:pt x="75514" y="232860"/>
                </a:lnTo>
                <a:lnTo>
                  <a:pt x="53306" y="272131"/>
                </a:lnTo>
                <a:lnTo>
                  <a:pt x="34670" y="313517"/>
                </a:lnTo>
                <a:lnTo>
                  <a:pt x="19814" y="356812"/>
                </a:lnTo>
                <a:lnTo>
                  <a:pt x="8944" y="401806"/>
                </a:lnTo>
                <a:lnTo>
                  <a:pt x="2270" y="448292"/>
                </a:lnTo>
                <a:lnTo>
                  <a:pt x="0" y="496061"/>
                </a:lnTo>
                <a:lnTo>
                  <a:pt x="2270" y="543831"/>
                </a:lnTo>
                <a:lnTo>
                  <a:pt x="8944" y="590317"/>
                </a:lnTo>
                <a:lnTo>
                  <a:pt x="19814" y="635311"/>
                </a:lnTo>
                <a:lnTo>
                  <a:pt x="34670" y="678606"/>
                </a:lnTo>
                <a:lnTo>
                  <a:pt x="53306" y="719992"/>
                </a:lnTo>
                <a:lnTo>
                  <a:pt x="75514" y="759263"/>
                </a:lnTo>
                <a:lnTo>
                  <a:pt x="101085" y="796211"/>
                </a:lnTo>
                <a:lnTo>
                  <a:pt x="129812" y="830626"/>
                </a:lnTo>
                <a:lnTo>
                  <a:pt x="161487" y="862302"/>
                </a:lnTo>
                <a:lnTo>
                  <a:pt x="195902" y="891030"/>
                </a:lnTo>
                <a:lnTo>
                  <a:pt x="232848" y="916603"/>
                </a:lnTo>
                <a:lnTo>
                  <a:pt x="272120" y="938812"/>
                </a:lnTo>
                <a:lnTo>
                  <a:pt x="313507" y="957450"/>
                </a:lnTo>
                <a:lnTo>
                  <a:pt x="356803" y="972307"/>
                </a:lnTo>
                <a:lnTo>
                  <a:pt x="401799" y="983178"/>
                </a:lnTo>
                <a:lnTo>
                  <a:pt x="448288" y="989852"/>
                </a:lnTo>
                <a:lnTo>
                  <a:pt x="496061" y="992123"/>
                </a:lnTo>
                <a:lnTo>
                  <a:pt x="543831" y="989852"/>
                </a:lnTo>
                <a:lnTo>
                  <a:pt x="590317" y="983178"/>
                </a:lnTo>
                <a:lnTo>
                  <a:pt x="635311" y="972307"/>
                </a:lnTo>
                <a:lnTo>
                  <a:pt x="678606" y="957450"/>
                </a:lnTo>
                <a:lnTo>
                  <a:pt x="719992" y="938812"/>
                </a:lnTo>
                <a:lnTo>
                  <a:pt x="759263" y="916603"/>
                </a:lnTo>
                <a:lnTo>
                  <a:pt x="796211" y="891030"/>
                </a:lnTo>
                <a:lnTo>
                  <a:pt x="830626" y="862302"/>
                </a:lnTo>
                <a:lnTo>
                  <a:pt x="862302" y="830626"/>
                </a:lnTo>
                <a:lnTo>
                  <a:pt x="891030" y="796211"/>
                </a:lnTo>
                <a:lnTo>
                  <a:pt x="916603" y="759263"/>
                </a:lnTo>
                <a:lnTo>
                  <a:pt x="938812" y="719992"/>
                </a:lnTo>
                <a:lnTo>
                  <a:pt x="957450" y="678606"/>
                </a:lnTo>
                <a:lnTo>
                  <a:pt x="972307" y="635311"/>
                </a:lnTo>
                <a:lnTo>
                  <a:pt x="983178" y="590317"/>
                </a:lnTo>
                <a:lnTo>
                  <a:pt x="989852" y="543831"/>
                </a:lnTo>
                <a:lnTo>
                  <a:pt x="992124" y="496061"/>
                </a:lnTo>
                <a:lnTo>
                  <a:pt x="989852" y="448292"/>
                </a:lnTo>
                <a:lnTo>
                  <a:pt x="983178" y="401806"/>
                </a:lnTo>
                <a:lnTo>
                  <a:pt x="972307" y="356812"/>
                </a:lnTo>
                <a:lnTo>
                  <a:pt x="957450" y="313517"/>
                </a:lnTo>
                <a:lnTo>
                  <a:pt x="938812" y="272131"/>
                </a:lnTo>
                <a:lnTo>
                  <a:pt x="916603" y="232860"/>
                </a:lnTo>
                <a:lnTo>
                  <a:pt x="891030" y="195912"/>
                </a:lnTo>
                <a:lnTo>
                  <a:pt x="862302" y="161497"/>
                </a:lnTo>
                <a:lnTo>
                  <a:pt x="830626" y="129821"/>
                </a:lnTo>
                <a:lnTo>
                  <a:pt x="796211" y="101093"/>
                </a:lnTo>
                <a:lnTo>
                  <a:pt x="759263" y="75520"/>
                </a:lnTo>
                <a:lnTo>
                  <a:pt x="719992" y="53311"/>
                </a:lnTo>
                <a:lnTo>
                  <a:pt x="678606" y="34673"/>
                </a:lnTo>
                <a:lnTo>
                  <a:pt x="635311" y="19816"/>
                </a:lnTo>
                <a:lnTo>
                  <a:pt x="590317" y="8945"/>
                </a:lnTo>
                <a:lnTo>
                  <a:pt x="543831" y="2271"/>
                </a:lnTo>
                <a:lnTo>
                  <a:pt x="496061" y="0"/>
                </a:lnTo>
                <a:close/>
              </a:path>
            </a:pathLst>
          </a:custGeom>
          <a:solidFill>
            <a:srgbClr val="FC611F"/>
          </a:solidFill>
        </p:spPr>
        <p:txBody>
          <a:bodyPr wrap="square" lIns="0" tIns="0" rIns="0" bIns="0" rtlCol="0"/>
          <a:lstStyle/>
          <a:p>
            <a:endParaRPr/>
          </a:p>
        </p:txBody>
      </p:sp>
      <p:sp>
        <p:nvSpPr>
          <p:cNvPr id="3" name="object 3"/>
          <p:cNvSpPr txBox="1"/>
          <p:nvPr/>
        </p:nvSpPr>
        <p:spPr>
          <a:xfrm>
            <a:off x="1106830" y="7549337"/>
            <a:ext cx="247650" cy="437515"/>
          </a:xfrm>
          <a:prstGeom prst="rect">
            <a:avLst/>
          </a:prstGeom>
        </p:spPr>
        <p:txBody>
          <a:bodyPr vert="horz" wrap="square" lIns="0" tIns="12700" rIns="0" bIns="0" rtlCol="0">
            <a:spAutoFit/>
          </a:bodyPr>
          <a:lstStyle/>
          <a:p>
            <a:pPr marL="12700">
              <a:lnSpc>
                <a:spcPct val="100000"/>
              </a:lnSpc>
              <a:spcBef>
                <a:spcPts val="100"/>
              </a:spcBef>
            </a:pPr>
            <a:r>
              <a:rPr sz="2700" spc="215" dirty="0">
                <a:solidFill>
                  <a:srgbClr val="FFFDFD"/>
                </a:solidFill>
                <a:latin typeface="Tahoma"/>
                <a:cs typeface="Tahoma"/>
              </a:rPr>
              <a:t>9</a:t>
            </a:r>
            <a:endParaRPr sz="2700">
              <a:latin typeface="Tahoma"/>
              <a:cs typeface="Tahoma"/>
            </a:endParaRPr>
          </a:p>
        </p:txBody>
      </p:sp>
      <p:sp>
        <p:nvSpPr>
          <p:cNvPr id="4" name="object 4"/>
          <p:cNvSpPr/>
          <p:nvPr/>
        </p:nvSpPr>
        <p:spPr>
          <a:xfrm>
            <a:off x="978408" y="3316223"/>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3"/>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3"/>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5" name="object 5"/>
          <p:cNvSpPr txBox="1"/>
          <p:nvPr/>
        </p:nvSpPr>
        <p:spPr>
          <a:xfrm>
            <a:off x="1151940" y="3426333"/>
            <a:ext cx="158115" cy="285115"/>
          </a:xfrm>
          <a:prstGeom prst="rect">
            <a:avLst/>
          </a:prstGeom>
        </p:spPr>
        <p:txBody>
          <a:bodyPr vert="horz" wrap="square" lIns="0" tIns="12700" rIns="0" bIns="0" rtlCol="0">
            <a:spAutoFit/>
          </a:bodyPr>
          <a:lstStyle/>
          <a:p>
            <a:pPr marL="12700">
              <a:lnSpc>
                <a:spcPct val="100000"/>
              </a:lnSpc>
              <a:spcBef>
                <a:spcPts val="100"/>
              </a:spcBef>
            </a:pPr>
            <a:r>
              <a:rPr sz="1700" spc="60" dirty="0">
                <a:solidFill>
                  <a:srgbClr val="181818"/>
                </a:solidFill>
                <a:latin typeface="Tahoma"/>
                <a:cs typeface="Tahoma"/>
              </a:rPr>
              <a:t>3</a:t>
            </a:r>
            <a:endParaRPr sz="1700">
              <a:latin typeface="Tahoma"/>
              <a:cs typeface="Tahoma"/>
            </a:endParaRPr>
          </a:p>
        </p:txBody>
      </p:sp>
      <p:sp>
        <p:nvSpPr>
          <p:cNvPr id="6" name="object 6"/>
          <p:cNvSpPr/>
          <p:nvPr/>
        </p:nvSpPr>
        <p:spPr>
          <a:xfrm>
            <a:off x="978408" y="1982723"/>
            <a:ext cx="508000" cy="544195"/>
          </a:xfrm>
          <a:custGeom>
            <a:avLst/>
            <a:gdLst/>
            <a:ahLst/>
            <a:cxnLst/>
            <a:rect l="l" t="t" r="r" b="b"/>
            <a:pathLst>
              <a:path w="508000" h="544194">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3"/>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8"/>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3"/>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7" name="object 7"/>
          <p:cNvSpPr txBox="1"/>
          <p:nvPr/>
        </p:nvSpPr>
        <p:spPr>
          <a:xfrm>
            <a:off x="1179372" y="2092833"/>
            <a:ext cx="102870" cy="285115"/>
          </a:xfrm>
          <a:prstGeom prst="rect">
            <a:avLst/>
          </a:prstGeom>
        </p:spPr>
        <p:txBody>
          <a:bodyPr vert="horz" wrap="square" lIns="0" tIns="12700" rIns="0" bIns="0" rtlCol="0">
            <a:spAutoFit/>
          </a:bodyPr>
          <a:lstStyle/>
          <a:p>
            <a:pPr marL="12700">
              <a:lnSpc>
                <a:spcPct val="100000"/>
              </a:lnSpc>
              <a:spcBef>
                <a:spcPts val="100"/>
              </a:spcBef>
            </a:pPr>
            <a:r>
              <a:rPr sz="1700" spc="-375" dirty="0">
                <a:solidFill>
                  <a:srgbClr val="181818"/>
                </a:solidFill>
                <a:latin typeface="Tahoma"/>
                <a:cs typeface="Tahoma"/>
              </a:rPr>
              <a:t>1</a:t>
            </a:r>
            <a:endParaRPr sz="1700">
              <a:latin typeface="Tahoma"/>
              <a:cs typeface="Tahoma"/>
            </a:endParaRPr>
          </a:p>
        </p:txBody>
      </p:sp>
      <p:sp>
        <p:nvSpPr>
          <p:cNvPr id="8" name="object 8"/>
          <p:cNvSpPr/>
          <p:nvPr/>
        </p:nvSpPr>
        <p:spPr>
          <a:xfrm>
            <a:off x="978408" y="3983735"/>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4"/>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4"/>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9" name="object 9"/>
          <p:cNvSpPr txBox="1"/>
          <p:nvPr/>
        </p:nvSpPr>
        <p:spPr>
          <a:xfrm>
            <a:off x="1145844" y="4094226"/>
            <a:ext cx="170815" cy="285115"/>
          </a:xfrm>
          <a:prstGeom prst="rect">
            <a:avLst/>
          </a:prstGeom>
        </p:spPr>
        <p:txBody>
          <a:bodyPr vert="horz" wrap="square" lIns="0" tIns="13335" rIns="0" bIns="0" rtlCol="0">
            <a:spAutoFit/>
          </a:bodyPr>
          <a:lstStyle/>
          <a:p>
            <a:pPr marL="12700">
              <a:lnSpc>
                <a:spcPct val="100000"/>
              </a:lnSpc>
              <a:spcBef>
                <a:spcPts val="105"/>
              </a:spcBef>
            </a:pPr>
            <a:r>
              <a:rPr sz="1700" spc="160" dirty="0">
                <a:solidFill>
                  <a:srgbClr val="181818"/>
                </a:solidFill>
                <a:latin typeface="Tahoma"/>
                <a:cs typeface="Tahoma"/>
              </a:rPr>
              <a:t>4</a:t>
            </a:r>
            <a:endParaRPr sz="1700">
              <a:latin typeface="Tahoma"/>
              <a:cs typeface="Tahoma"/>
            </a:endParaRPr>
          </a:p>
        </p:txBody>
      </p:sp>
      <p:sp>
        <p:nvSpPr>
          <p:cNvPr id="10" name="object 10"/>
          <p:cNvSpPr/>
          <p:nvPr/>
        </p:nvSpPr>
        <p:spPr>
          <a:xfrm>
            <a:off x="978408" y="2648711"/>
            <a:ext cx="508000" cy="542925"/>
          </a:xfrm>
          <a:custGeom>
            <a:avLst/>
            <a:gdLst/>
            <a:ahLst/>
            <a:cxnLst/>
            <a:rect l="l" t="t" r="r" b="b"/>
            <a:pathLst>
              <a:path w="508000" h="542925">
                <a:moveTo>
                  <a:pt x="253745" y="0"/>
                </a:moveTo>
                <a:lnTo>
                  <a:pt x="208133" y="4369"/>
                </a:lnTo>
                <a:lnTo>
                  <a:pt x="165204" y="16966"/>
                </a:lnTo>
                <a:lnTo>
                  <a:pt x="125673" y="37027"/>
                </a:lnTo>
                <a:lnTo>
                  <a:pt x="90258" y="63786"/>
                </a:lnTo>
                <a:lnTo>
                  <a:pt x="59676" y="96478"/>
                </a:lnTo>
                <a:lnTo>
                  <a:pt x="34642" y="134337"/>
                </a:lnTo>
                <a:lnTo>
                  <a:pt x="15874" y="176600"/>
                </a:lnTo>
                <a:lnTo>
                  <a:pt x="4088" y="222499"/>
                </a:lnTo>
                <a:lnTo>
                  <a:pt x="0" y="271272"/>
                </a:lnTo>
                <a:lnTo>
                  <a:pt x="4088" y="320044"/>
                </a:lnTo>
                <a:lnTo>
                  <a:pt x="15874" y="365943"/>
                </a:lnTo>
                <a:lnTo>
                  <a:pt x="34642" y="408206"/>
                </a:lnTo>
                <a:lnTo>
                  <a:pt x="59676" y="446065"/>
                </a:lnTo>
                <a:lnTo>
                  <a:pt x="90258" y="478757"/>
                </a:lnTo>
                <a:lnTo>
                  <a:pt x="125673" y="505516"/>
                </a:lnTo>
                <a:lnTo>
                  <a:pt x="165204" y="525577"/>
                </a:lnTo>
                <a:lnTo>
                  <a:pt x="208133" y="538174"/>
                </a:lnTo>
                <a:lnTo>
                  <a:pt x="253745" y="542544"/>
                </a:lnTo>
                <a:lnTo>
                  <a:pt x="299341" y="538174"/>
                </a:lnTo>
                <a:lnTo>
                  <a:pt x="342262" y="525577"/>
                </a:lnTo>
                <a:lnTo>
                  <a:pt x="381790" y="505516"/>
                </a:lnTo>
                <a:lnTo>
                  <a:pt x="417207" y="478757"/>
                </a:lnTo>
                <a:lnTo>
                  <a:pt x="447794" y="446065"/>
                </a:lnTo>
                <a:lnTo>
                  <a:pt x="472835" y="408206"/>
                </a:lnTo>
                <a:lnTo>
                  <a:pt x="491610" y="365943"/>
                </a:lnTo>
                <a:lnTo>
                  <a:pt x="503401" y="320044"/>
                </a:lnTo>
                <a:lnTo>
                  <a:pt x="507491" y="271272"/>
                </a:lnTo>
                <a:lnTo>
                  <a:pt x="503401" y="222499"/>
                </a:lnTo>
                <a:lnTo>
                  <a:pt x="491610" y="176600"/>
                </a:lnTo>
                <a:lnTo>
                  <a:pt x="472835" y="134337"/>
                </a:lnTo>
                <a:lnTo>
                  <a:pt x="447794" y="96478"/>
                </a:lnTo>
                <a:lnTo>
                  <a:pt x="417207" y="63786"/>
                </a:lnTo>
                <a:lnTo>
                  <a:pt x="381790" y="37027"/>
                </a:lnTo>
                <a:lnTo>
                  <a:pt x="342262" y="16966"/>
                </a:lnTo>
                <a:lnTo>
                  <a:pt x="299341" y="4369"/>
                </a:lnTo>
                <a:lnTo>
                  <a:pt x="253745" y="0"/>
                </a:lnTo>
                <a:close/>
              </a:path>
            </a:pathLst>
          </a:custGeom>
          <a:ln w="9144">
            <a:solidFill>
              <a:srgbClr val="FC611F"/>
            </a:solidFill>
          </a:ln>
        </p:spPr>
        <p:txBody>
          <a:bodyPr wrap="square" lIns="0" tIns="0" rIns="0" bIns="0" rtlCol="0"/>
          <a:lstStyle/>
          <a:p>
            <a:endParaRPr/>
          </a:p>
        </p:txBody>
      </p:sp>
      <p:sp>
        <p:nvSpPr>
          <p:cNvPr id="11" name="object 11"/>
          <p:cNvSpPr txBox="1"/>
          <p:nvPr/>
        </p:nvSpPr>
        <p:spPr>
          <a:xfrm>
            <a:off x="1153464" y="2758567"/>
            <a:ext cx="155575" cy="285115"/>
          </a:xfrm>
          <a:prstGeom prst="rect">
            <a:avLst/>
          </a:prstGeom>
        </p:spPr>
        <p:txBody>
          <a:bodyPr vert="horz" wrap="square" lIns="0" tIns="12700" rIns="0" bIns="0" rtlCol="0">
            <a:spAutoFit/>
          </a:bodyPr>
          <a:lstStyle/>
          <a:p>
            <a:pPr marL="12700">
              <a:lnSpc>
                <a:spcPct val="100000"/>
              </a:lnSpc>
              <a:spcBef>
                <a:spcPts val="100"/>
              </a:spcBef>
            </a:pPr>
            <a:r>
              <a:rPr sz="1700" spc="40" dirty="0">
                <a:solidFill>
                  <a:srgbClr val="181818"/>
                </a:solidFill>
                <a:latin typeface="Tahoma"/>
                <a:cs typeface="Tahoma"/>
              </a:rPr>
              <a:t>2</a:t>
            </a:r>
            <a:endParaRPr sz="1700">
              <a:latin typeface="Tahoma"/>
              <a:cs typeface="Tahoma"/>
            </a:endParaRPr>
          </a:p>
        </p:txBody>
      </p:sp>
      <p:sp>
        <p:nvSpPr>
          <p:cNvPr id="12" name="object 12"/>
          <p:cNvSpPr/>
          <p:nvPr/>
        </p:nvSpPr>
        <p:spPr>
          <a:xfrm>
            <a:off x="978408" y="5318759"/>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4"/>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4"/>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13" name="object 13"/>
          <p:cNvSpPr txBox="1"/>
          <p:nvPr/>
        </p:nvSpPr>
        <p:spPr>
          <a:xfrm>
            <a:off x="1148892" y="5429503"/>
            <a:ext cx="165735" cy="285115"/>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6</a:t>
            </a:r>
            <a:endParaRPr sz="1700">
              <a:latin typeface="Tahoma"/>
              <a:cs typeface="Tahoma"/>
            </a:endParaRPr>
          </a:p>
        </p:txBody>
      </p:sp>
      <p:sp>
        <p:nvSpPr>
          <p:cNvPr id="14" name="object 14"/>
          <p:cNvSpPr/>
          <p:nvPr/>
        </p:nvSpPr>
        <p:spPr>
          <a:xfrm>
            <a:off x="978408" y="4651247"/>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4"/>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4"/>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15" name="object 15"/>
          <p:cNvSpPr txBox="1"/>
          <p:nvPr/>
        </p:nvSpPr>
        <p:spPr>
          <a:xfrm>
            <a:off x="1151940" y="4761738"/>
            <a:ext cx="158115" cy="285115"/>
          </a:xfrm>
          <a:prstGeom prst="rect">
            <a:avLst/>
          </a:prstGeom>
        </p:spPr>
        <p:txBody>
          <a:bodyPr vert="horz" wrap="square" lIns="0" tIns="13335" rIns="0" bIns="0" rtlCol="0">
            <a:spAutoFit/>
          </a:bodyPr>
          <a:lstStyle/>
          <a:p>
            <a:pPr marL="12700">
              <a:lnSpc>
                <a:spcPct val="100000"/>
              </a:lnSpc>
              <a:spcBef>
                <a:spcPts val="105"/>
              </a:spcBef>
            </a:pPr>
            <a:r>
              <a:rPr sz="1700" spc="60" dirty="0">
                <a:solidFill>
                  <a:srgbClr val="181818"/>
                </a:solidFill>
                <a:latin typeface="Tahoma"/>
                <a:cs typeface="Tahoma"/>
              </a:rPr>
              <a:t>5</a:t>
            </a:r>
            <a:endParaRPr sz="1700">
              <a:latin typeface="Tahoma"/>
              <a:cs typeface="Tahoma"/>
            </a:endParaRPr>
          </a:p>
        </p:txBody>
      </p:sp>
      <p:sp>
        <p:nvSpPr>
          <p:cNvPr id="16" name="object 16"/>
          <p:cNvSpPr/>
          <p:nvPr/>
        </p:nvSpPr>
        <p:spPr>
          <a:xfrm>
            <a:off x="978408" y="5986271"/>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3"/>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3"/>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17" name="object 17"/>
          <p:cNvSpPr txBox="1"/>
          <p:nvPr/>
        </p:nvSpPr>
        <p:spPr>
          <a:xfrm>
            <a:off x="1153464" y="6097270"/>
            <a:ext cx="154940" cy="285115"/>
          </a:xfrm>
          <a:prstGeom prst="rect">
            <a:avLst/>
          </a:prstGeom>
        </p:spPr>
        <p:txBody>
          <a:bodyPr vert="horz" wrap="square" lIns="0" tIns="13335" rIns="0" bIns="0" rtlCol="0">
            <a:spAutoFit/>
          </a:bodyPr>
          <a:lstStyle/>
          <a:p>
            <a:pPr marL="12700">
              <a:lnSpc>
                <a:spcPct val="100000"/>
              </a:lnSpc>
              <a:spcBef>
                <a:spcPts val="105"/>
              </a:spcBef>
            </a:pPr>
            <a:r>
              <a:rPr sz="1700" spc="30" dirty="0">
                <a:solidFill>
                  <a:srgbClr val="181818"/>
                </a:solidFill>
                <a:latin typeface="Tahoma"/>
                <a:cs typeface="Tahoma"/>
              </a:rPr>
              <a:t>7</a:t>
            </a:r>
            <a:endParaRPr sz="1700">
              <a:latin typeface="Tahoma"/>
              <a:cs typeface="Tahoma"/>
            </a:endParaRPr>
          </a:p>
        </p:txBody>
      </p:sp>
      <p:sp>
        <p:nvSpPr>
          <p:cNvPr id="18" name="object 18"/>
          <p:cNvSpPr/>
          <p:nvPr/>
        </p:nvSpPr>
        <p:spPr>
          <a:xfrm>
            <a:off x="978408" y="6653783"/>
            <a:ext cx="508000" cy="544195"/>
          </a:xfrm>
          <a:custGeom>
            <a:avLst/>
            <a:gdLst/>
            <a:ahLst/>
            <a:cxnLst/>
            <a:rect l="l" t="t" r="r" b="b"/>
            <a:pathLst>
              <a:path w="508000" h="544195">
                <a:moveTo>
                  <a:pt x="253745" y="0"/>
                </a:moveTo>
                <a:lnTo>
                  <a:pt x="208133" y="4382"/>
                </a:lnTo>
                <a:lnTo>
                  <a:pt x="165204" y="17019"/>
                </a:lnTo>
                <a:lnTo>
                  <a:pt x="125673" y="37140"/>
                </a:lnTo>
                <a:lnTo>
                  <a:pt x="90258" y="63978"/>
                </a:lnTo>
                <a:lnTo>
                  <a:pt x="59676" y="96765"/>
                </a:lnTo>
                <a:lnTo>
                  <a:pt x="34642" y="134732"/>
                </a:lnTo>
                <a:lnTo>
                  <a:pt x="15874" y="177112"/>
                </a:lnTo>
                <a:lnTo>
                  <a:pt x="4088" y="223135"/>
                </a:lnTo>
                <a:lnTo>
                  <a:pt x="0" y="272033"/>
                </a:lnTo>
                <a:lnTo>
                  <a:pt x="4088" y="320932"/>
                </a:lnTo>
                <a:lnTo>
                  <a:pt x="15874" y="366955"/>
                </a:lnTo>
                <a:lnTo>
                  <a:pt x="34642" y="409335"/>
                </a:lnTo>
                <a:lnTo>
                  <a:pt x="59676" y="447302"/>
                </a:lnTo>
                <a:lnTo>
                  <a:pt x="90258" y="480089"/>
                </a:lnTo>
                <a:lnTo>
                  <a:pt x="125673" y="506927"/>
                </a:lnTo>
                <a:lnTo>
                  <a:pt x="165204" y="527048"/>
                </a:lnTo>
                <a:lnTo>
                  <a:pt x="208133" y="539685"/>
                </a:lnTo>
                <a:lnTo>
                  <a:pt x="253745" y="544067"/>
                </a:lnTo>
                <a:lnTo>
                  <a:pt x="299341" y="539685"/>
                </a:lnTo>
                <a:lnTo>
                  <a:pt x="342262" y="527048"/>
                </a:lnTo>
                <a:lnTo>
                  <a:pt x="381790" y="506927"/>
                </a:lnTo>
                <a:lnTo>
                  <a:pt x="417207" y="480089"/>
                </a:lnTo>
                <a:lnTo>
                  <a:pt x="447794" y="447302"/>
                </a:lnTo>
                <a:lnTo>
                  <a:pt x="472835" y="409335"/>
                </a:lnTo>
                <a:lnTo>
                  <a:pt x="491610" y="366955"/>
                </a:lnTo>
                <a:lnTo>
                  <a:pt x="503401" y="320932"/>
                </a:lnTo>
                <a:lnTo>
                  <a:pt x="507491" y="272033"/>
                </a:lnTo>
                <a:lnTo>
                  <a:pt x="503401" y="223135"/>
                </a:lnTo>
                <a:lnTo>
                  <a:pt x="491610" y="177112"/>
                </a:lnTo>
                <a:lnTo>
                  <a:pt x="472835" y="134732"/>
                </a:lnTo>
                <a:lnTo>
                  <a:pt x="447794" y="96765"/>
                </a:lnTo>
                <a:lnTo>
                  <a:pt x="417207" y="63978"/>
                </a:lnTo>
                <a:lnTo>
                  <a:pt x="381790" y="37140"/>
                </a:lnTo>
                <a:lnTo>
                  <a:pt x="342262" y="17019"/>
                </a:lnTo>
                <a:lnTo>
                  <a:pt x="299341" y="4382"/>
                </a:lnTo>
                <a:lnTo>
                  <a:pt x="253745" y="0"/>
                </a:lnTo>
                <a:close/>
              </a:path>
            </a:pathLst>
          </a:custGeom>
          <a:ln w="9144">
            <a:solidFill>
              <a:srgbClr val="FC611F"/>
            </a:solidFill>
          </a:ln>
        </p:spPr>
        <p:txBody>
          <a:bodyPr wrap="square" lIns="0" tIns="0" rIns="0" bIns="0" rtlCol="0"/>
          <a:lstStyle/>
          <a:p>
            <a:endParaRPr/>
          </a:p>
        </p:txBody>
      </p:sp>
      <p:sp>
        <p:nvSpPr>
          <p:cNvPr id="19" name="object 19"/>
          <p:cNvSpPr txBox="1"/>
          <p:nvPr/>
        </p:nvSpPr>
        <p:spPr>
          <a:xfrm>
            <a:off x="1150416" y="6764477"/>
            <a:ext cx="161925" cy="285750"/>
          </a:xfrm>
          <a:prstGeom prst="rect">
            <a:avLst/>
          </a:prstGeom>
        </p:spPr>
        <p:txBody>
          <a:bodyPr vert="horz" wrap="square" lIns="0" tIns="13335" rIns="0" bIns="0" rtlCol="0">
            <a:spAutoFit/>
          </a:bodyPr>
          <a:lstStyle/>
          <a:p>
            <a:pPr marL="12700">
              <a:lnSpc>
                <a:spcPct val="100000"/>
              </a:lnSpc>
              <a:spcBef>
                <a:spcPts val="105"/>
              </a:spcBef>
            </a:pPr>
            <a:r>
              <a:rPr sz="1700" spc="95" dirty="0">
                <a:solidFill>
                  <a:srgbClr val="181818"/>
                </a:solidFill>
                <a:latin typeface="Tahoma"/>
                <a:cs typeface="Tahoma"/>
              </a:rPr>
              <a:t>8</a:t>
            </a:r>
            <a:endParaRPr sz="1700">
              <a:latin typeface="Tahoma"/>
              <a:cs typeface="Tahoma"/>
            </a:endParaRPr>
          </a:p>
        </p:txBody>
      </p:sp>
      <p:sp>
        <p:nvSpPr>
          <p:cNvPr id="23" name="object 23"/>
          <p:cNvSpPr txBox="1">
            <a:spLocks noGrp="1"/>
          </p:cNvSpPr>
          <p:nvPr>
            <p:ph type="title"/>
          </p:nvPr>
        </p:nvSpPr>
        <p:spPr>
          <a:xfrm>
            <a:off x="4407789" y="507238"/>
            <a:ext cx="9097010" cy="756920"/>
          </a:xfrm>
          <a:prstGeom prst="rect">
            <a:avLst/>
          </a:prstGeom>
        </p:spPr>
        <p:txBody>
          <a:bodyPr vert="horz" wrap="square" lIns="0" tIns="12700" rIns="0" bIns="0" rtlCol="0">
            <a:spAutoFit/>
          </a:bodyPr>
          <a:lstStyle/>
          <a:p>
            <a:pPr marL="12700">
              <a:lnSpc>
                <a:spcPct val="100000"/>
              </a:lnSpc>
              <a:spcBef>
                <a:spcPts val="100"/>
              </a:spcBef>
              <a:tabLst>
                <a:tab pos="4311015" algn="l"/>
                <a:tab pos="4971415" algn="l"/>
              </a:tabLst>
            </a:pPr>
            <a:r>
              <a:rPr spc="85" dirty="0"/>
              <a:t>AD</a:t>
            </a:r>
            <a:r>
              <a:rPr spc="-525" dirty="0"/>
              <a:t>V</a:t>
            </a:r>
            <a:r>
              <a:rPr spc="85" dirty="0"/>
              <a:t>AN</a:t>
            </a:r>
            <a:r>
              <a:rPr spc="-265" dirty="0"/>
              <a:t>T</a:t>
            </a:r>
            <a:r>
              <a:rPr spc="85" dirty="0"/>
              <a:t>AGES</a:t>
            </a:r>
            <a:r>
              <a:rPr dirty="0"/>
              <a:t>	</a:t>
            </a:r>
            <a:r>
              <a:rPr spc="-50" dirty="0"/>
              <a:t>&amp;</a:t>
            </a:r>
            <a:r>
              <a:rPr dirty="0"/>
              <a:t>	</a:t>
            </a:r>
            <a:r>
              <a:rPr spc="-65" dirty="0"/>
              <a:t>LIMITATIONS</a:t>
            </a:r>
          </a:p>
        </p:txBody>
      </p:sp>
      <p:sp>
        <p:nvSpPr>
          <p:cNvPr id="22" name="TextBox 21">
            <a:extLst>
              <a:ext uri="{FF2B5EF4-FFF2-40B4-BE49-F238E27FC236}">
                <a16:creationId xmlns:a16="http://schemas.microsoft.com/office/drawing/2014/main" id="{6F5B7760-A8E9-A24A-8EE4-BA229CE2EF9B}"/>
              </a:ext>
            </a:extLst>
          </p:cNvPr>
          <p:cNvSpPr txBox="1"/>
          <p:nvPr/>
        </p:nvSpPr>
        <p:spPr>
          <a:xfrm>
            <a:off x="3352800" y="2377948"/>
            <a:ext cx="10972800" cy="584775"/>
          </a:xfrm>
          <a:prstGeom prst="rect">
            <a:avLst/>
          </a:prstGeom>
          <a:noFill/>
        </p:spPr>
        <p:txBody>
          <a:bodyPr wrap="square" rtlCol="0">
            <a:spAutoFit/>
          </a:bodyPr>
          <a:lstStyle/>
          <a:p>
            <a:pPr lvl="2"/>
            <a:r>
              <a:rPr lang="en-US" sz="3200" b="1" dirty="0">
                <a:latin typeface="Times New Roman" pitchFamily="18" charset="0"/>
                <a:cs typeface="Times New Roman" pitchFamily="18" charset="0"/>
              </a:rPr>
              <a:t>Advantages</a:t>
            </a:r>
          </a:p>
        </p:txBody>
      </p:sp>
      <p:sp>
        <p:nvSpPr>
          <p:cNvPr id="31" name="TextBox 30">
            <a:extLst>
              <a:ext uri="{FF2B5EF4-FFF2-40B4-BE49-F238E27FC236}">
                <a16:creationId xmlns:a16="http://schemas.microsoft.com/office/drawing/2014/main" id="{6E07A7D2-9B49-E894-F2C6-EFC383C5A56A}"/>
              </a:ext>
            </a:extLst>
          </p:cNvPr>
          <p:cNvSpPr txBox="1"/>
          <p:nvPr/>
        </p:nvSpPr>
        <p:spPr>
          <a:xfrm>
            <a:off x="3352800" y="5565046"/>
            <a:ext cx="3610495" cy="861774"/>
          </a:xfrm>
          <a:prstGeom prst="rect">
            <a:avLst/>
          </a:prstGeom>
          <a:noFill/>
        </p:spPr>
        <p:txBody>
          <a:bodyPr wrap="square" rtlCol="0">
            <a:spAutoFit/>
          </a:bodyPr>
          <a:lstStyle/>
          <a:p>
            <a:r>
              <a:rPr lang="en-US" sz="3200" b="1" dirty="0">
                <a:latin typeface="Times New Roman" pitchFamily="18" charset="0"/>
                <a:cs typeface="Times New Roman" pitchFamily="18" charset="0"/>
              </a:rPr>
              <a:t>Limitations</a:t>
            </a:r>
          </a:p>
          <a:p>
            <a:endParaRPr lang="en-IN" dirty="0">
              <a:latin typeface="Times New Roman" pitchFamily="18" charset="0"/>
              <a:cs typeface="Times New Roman" pitchFamily="18" charset="0"/>
            </a:endParaRPr>
          </a:p>
        </p:txBody>
      </p:sp>
      <p:sp>
        <p:nvSpPr>
          <p:cNvPr id="21" name="Rectangle 2">
            <a:extLst>
              <a:ext uri="{FF2B5EF4-FFF2-40B4-BE49-F238E27FC236}">
                <a16:creationId xmlns:a16="http://schemas.microsoft.com/office/drawing/2014/main" id="{3DD87531-64BB-72C6-DB52-59F357A1D0FE}"/>
              </a:ext>
            </a:extLst>
          </p:cNvPr>
          <p:cNvSpPr>
            <a:spLocks noChangeArrowheads="1"/>
          </p:cNvSpPr>
          <p:nvPr/>
        </p:nvSpPr>
        <p:spPr bwMode="auto">
          <a:xfrm rot="10800000" flipV="1">
            <a:off x="3352800" y="2857500"/>
            <a:ext cx="7961673"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a:ln>
                  <a:noFill/>
                </a:ln>
                <a:solidFill>
                  <a:schemeClr val="tx1"/>
                </a:solidFill>
                <a:effectLst/>
                <a:latin typeface="Times New Roman" pitchFamily="18" charset="0"/>
                <a:cs typeface="Times New Roman" pitchFamily="18" charset="0"/>
              </a:rPr>
              <a:t>Real-time ticket availability updates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itchFamily="18" charset="0"/>
                <a:cs typeface="Times New Roman" pitchFamily="18" charset="0"/>
              </a:rPr>
              <a:t> User-friendly interface (simple and clean UI)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itchFamily="18" charset="0"/>
                <a:cs typeface="Times New Roman" pitchFamily="18" charset="0"/>
              </a:rPr>
              <a:t> Reduces manual work and errors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itchFamily="18" charset="0"/>
                <a:cs typeface="Times New Roman" pitchFamily="18" charset="0"/>
              </a:rPr>
              <a:t> Data stored securely in database </a:t>
            </a:r>
          </a:p>
        </p:txBody>
      </p:sp>
      <p:sp>
        <p:nvSpPr>
          <p:cNvPr id="24" name="Rectangle 3">
            <a:extLst>
              <a:ext uri="{FF2B5EF4-FFF2-40B4-BE49-F238E27FC236}">
                <a16:creationId xmlns:a16="http://schemas.microsoft.com/office/drawing/2014/main" id="{B6A9D2DB-0341-752E-15CC-69DD9914F26A}"/>
              </a:ext>
            </a:extLst>
          </p:cNvPr>
          <p:cNvSpPr>
            <a:spLocks noChangeArrowheads="1"/>
          </p:cNvSpPr>
          <p:nvPr/>
        </p:nvSpPr>
        <p:spPr bwMode="auto">
          <a:xfrm rot="10800000" flipV="1">
            <a:off x="3352800" y="5918657"/>
            <a:ext cx="10776155" cy="2523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a:ln>
                  <a:noFill/>
                </a:ln>
                <a:solidFill>
                  <a:schemeClr val="tx1"/>
                </a:solidFill>
                <a:effectLst/>
                <a:latin typeface="Times New Roman" pitchFamily="18" charset="0"/>
                <a:cs typeface="Times New Roman" pitchFamily="18" charset="0"/>
              </a:rPr>
              <a:t>Depends on internet connection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itchFamily="18" charset="0"/>
                <a:cs typeface="Times New Roman" pitchFamily="18" charset="0"/>
              </a:rPr>
              <a:t> </a:t>
            </a:r>
            <a:r>
              <a:rPr lang="en-US" sz="2800" dirty="0">
                <a:latin typeface="Times New Roman" panose="02020603050405020304" pitchFamily="18" charset="0"/>
                <a:cs typeface="Times New Roman" panose="02020603050405020304" pitchFamily="18" charset="0"/>
              </a:rPr>
              <a:t>The current version is limited to basic ticketing features</a:t>
            </a:r>
            <a:r>
              <a:rPr lang="en-US" sz="2800" dirty="0"/>
              <a:t>.</a:t>
            </a:r>
            <a:endParaRPr kumimoji="0" lang="en-US" altLang="en-US" sz="28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itchFamily="18" charset="0"/>
                <a:cs typeface="Times New Roman" pitchFamily="18" charset="0"/>
              </a:rPr>
              <a:t> </a:t>
            </a:r>
            <a:r>
              <a:rPr lang="en-US" sz="2400" dirty="0">
                <a:latin typeface="Times New Roman" panose="02020603050405020304" pitchFamily="18" charset="0"/>
                <a:cs typeface="Times New Roman" panose="02020603050405020304" pitchFamily="18" charset="0"/>
              </a:rPr>
              <a:t>U</a:t>
            </a:r>
            <a:r>
              <a:rPr lang="en-US" sz="2800" dirty="0">
                <a:latin typeface="Times New Roman" panose="02020603050405020304" pitchFamily="18" charset="0"/>
                <a:cs typeface="Times New Roman" panose="02020603050405020304" pitchFamily="18" charset="0"/>
              </a:rPr>
              <a:t>sers must have a computer with at least 4GB of RAM and specific operating systems to run the development environment</a:t>
            </a:r>
            <a:r>
              <a:rPr lang="en-US" sz="2800" dirty="0"/>
              <a:t>.</a:t>
            </a:r>
            <a:r>
              <a:rPr kumimoji="0" lang="en-US" altLang="en-US" sz="2800" b="0" i="0" u="none" strike="noStrike" cap="none" normalizeH="0" baseline="0" dirty="0">
                <a:ln>
                  <a:noFill/>
                </a:ln>
                <a:solidFill>
                  <a:schemeClr val="tx1"/>
                </a:solidFill>
                <a:effectLst/>
                <a:latin typeface="Times New Roman" pitchFamily="18" charset="0"/>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itchFamily="18" charset="0"/>
                <a:cs typeface="Times New Roman" pitchFamily="18" charset="0"/>
              </a:rPr>
              <a:t> Backend must run continuously (no cloud deployment yet) </a:t>
            </a:r>
          </a:p>
        </p:txBody>
      </p:sp>
      <p:grpSp>
        <p:nvGrpSpPr>
          <p:cNvPr id="25" name="Group 35"/>
          <p:cNvGrpSpPr/>
          <p:nvPr/>
        </p:nvGrpSpPr>
        <p:grpSpPr>
          <a:xfrm>
            <a:off x="17170670" y="-178579"/>
            <a:ext cx="10994424" cy="10994424"/>
            <a:chOff x="0" y="0"/>
            <a:chExt cx="812800" cy="812800"/>
          </a:xfrm>
        </p:grpSpPr>
        <p:sp>
          <p:nvSpPr>
            <p:cNvPr id="2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D19E8-3CF5-F2A2-35CB-D5D886025B32}"/>
              </a:ext>
            </a:extLst>
          </p:cNvPr>
          <p:cNvSpPr>
            <a:spLocks noGrp="1"/>
          </p:cNvSpPr>
          <p:nvPr>
            <p:ph type="title"/>
          </p:nvPr>
        </p:nvSpPr>
        <p:spPr>
          <a:xfrm>
            <a:off x="5181600" y="4533900"/>
            <a:ext cx="11715750" cy="1956122"/>
          </a:xfrm>
        </p:spPr>
        <p:txBody>
          <a:bodyPr/>
          <a:lstStyle/>
          <a:p>
            <a:r>
              <a:rPr lang="en-US" sz="11150" dirty="0"/>
              <a:t>Thank you</a:t>
            </a:r>
            <a:endParaRPr lang="en-IN" sz="11150" dirty="0"/>
          </a:p>
        </p:txBody>
      </p:sp>
      <p:grpSp>
        <p:nvGrpSpPr>
          <p:cNvPr id="3" name="Group 35"/>
          <p:cNvGrpSpPr/>
          <p:nvPr/>
        </p:nvGrpSpPr>
        <p:grpSpPr>
          <a:xfrm>
            <a:off x="17170670" y="-178579"/>
            <a:ext cx="10994424" cy="10994424"/>
            <a:chOff x="0" y="0"/>
            <a:chExt cx="812800" cy="812800"/>
          </a:xfrm>
        </p:grpSpPr>
        <p:sp>
          <p:nvSpPr>
            <p:cNvPr id="4"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5"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extLst>
      <p:ext uri="{BB962C8B-B14F-4D97-AF65-F5344CB8AC3E}">
        <p14:creationId xmlns:p14="http://schemas.microsoft.com/office/powerpoint/2010/main" val="39464967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1481</TotalTime>
  <Words>948</Words>
  <Application>Microsoft Office PowerPoint</Application>
  <PresentationFormat>Custom</PresentationFormat>
  <Paragraphs>286</Paragraphs>
  <Slides>16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Aptos</vt:lpstr>
      <vt:lpstr>Arial</vt:lpstr>
      <vt:lpstr>Bookman Old Style</vt:lpstr>
      <vt:lpstr>Calibri</vt:lpstr>
      <vt:lpstr>Cambria</vt:lpstr>
      <vt:lpstr>Gotham</vt:lpstr>
      <vt:lpstr>Tahoma</vt:lpstr>
      <vt:lpstr>Times New Roman</vt:lpstr>
      <vt:lpstr>Office Theme</vt:lpstr>
      <vt:lpstr>PowerPoint Presentation</vt:lpstr>
      <vt:lpstr>INTRODUCTION</vt:lpstr>
      <vt:lpstr>PROBLEM STATEMENT</vt:lpstr>
      <vt:lpstr>OBJECTIVES</vt:lpstr>
      <vt:lpstr>PROPOSED SYSTEM</vt:lpstr>
      <vt:lpstr>PROPOSED SYSTEM ARCHITECTURE</vt:lpstr>
      <vt:lpstr>WORKFLOW</vt:lpstr>
      <vt:lpstr>TECHNOLOGIES USED</vt:lpstr>
      <vt:lpstr>PowerPoint Presentation</vt:lpstr>
      <vt:lpstr>PowerPoint Presentation</vt:lpstr>
      <vt:lpstr>PowerPoint Presentation</vt:lpstr>
      <vt:lpstr>IMPLEMENTATION SCREENSHOTS</vt:lpstr>
      <vt:lpstr>IMPLEMENTATION SCREENSHOTS</vt:lpstr>
      <vt:lpstr>IMPLEMENTATION SCREENSHOTS</vt:lpstr>
      <vt:lpstr>ADVANTAGES &amp; LIMITATIONS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School of Computing</dc:title>
  <dc:creator>umar kottalapalli</dc:creator>
  <cp:lastModifiedBy>umar kottalapalli</cp:lastModifiedBy>
  <cp:revision>27</cp:revision>
  <dcterms:created xsi:type="dcterms:W3CDTF">2026-03-02T03:28:12Z</dcterms:created>
  <dcterms:modified xsi:type="dcterms:W3CDTF">2026-05-06T01:05:25Z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2026-03-01T00:00:00Z</vt:filetime>
  </property>
  <property fmtid="{D5CDD505-2E9C-101B-9397-08002B2CF9AE}" pid="3" name="Creator">
    <vt:lpwstr>Microsoft® PowerPoint® 2016</vt:lpwstr>
  </property>
  <property fmtid="{D5CDD505-2E9C-101B-9397-08002B2CF9AE}" pid="4" name="LastSaved">
    <vt:filetime>2026-03-02T00:00:00Z</vt:filetime>
  </property>
  <property fmtid="{D5CDD505-2E9C-101B-9397-08002B2CF9AE}" pid="5" name="Producer">
    <vt:lpwstr>www.ilovepdf.com</vt:lpwstr>
  </property>
</Properties>
</file>